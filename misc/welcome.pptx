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3" r:id="rId3"/>
  </p:sldMasterIdLst>
  <p:notesMasterIdLst>
    <p:notesMasterId r:id="rId18"/>
  </p:notesMasterIdLst>
  <p:handoutMasterIdLst>
    <p:handoutMasterId r:id="rId19"/>
  </p:handoutMasterIdLst>
  <p:sldIdLst>
    <p:sldId id="410" r:id="rId4"/>
    <p:sldId id="417" r:id="rId5"/>
    <p:sldId id="415" r:id="rId6"/>
    <p:sldId id="412" r:id="rId7"/>
    <p:sldId id="435" r:id="rId8"/>
    <p:sldId id="436" r:id="rId9"/>
    <p:sldId id="438" r:id="rId10"/>
    <p:sldId id="439" r:id="rId11"/>
    <p:sldId id="424" r:id="rId12"/>
    <p:sldId id="431" r:id="rId13"/>
    <p:sldId id="434" r:id="rId14"/>
    <p:sldId id="433" r:id="rId15"/>
    <p:sldId id="418" r:id="rId16"/>
    <p:sldId id="409" r:id="rId17"/>
  </p:sldIdLst>
  <p:sldSz cx="12192000" cy="6858000"/>
  <p:notesSz cx="6858000" cy="9144000"/>
  <p:defaultTextStyle>
    <a:defPPr>
      <a:defRPr lang="de-DE"/>
    </a:defPPr>
    <a:lvl1pPr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989646A-CFCD-4E8E-94FD-F0A286C07575}">
          <p14:sldIdLst>
            <p14:sldId id="410"/>
            <p14:sldId id="417"/>
          </p14:sldIdLst>
        </p14:section>
        <p14:section name="1 - Copilot getting started" id="{1544AAB7-22C5-4ADB-9EFE-13343251DA2E}">
          <p14:sldIdLst>
            <p14:sldId id="415"/>
            <p14:sldId id="412"/>
          </p14:sldIdLst>
        </p14:section>
        <p14:section name="2- BDC + Fabric" id="{67AA15EA-CD03-4193-994E-8FB740108B94}">
          <p14:sldIdLst>
            <p14:sldId id="435"/>
            <p14:sldId id="436"/>
          </p14:sldIdLst>
        </p14:section>
        <p14:section name="3- SAP BTP Security" id="{FDEC1A34-4753-47E4-9F08-BF820F84523F}">
          <p14:sldIdLst>
            <p14:sldId id="438"/>
            <p14:sldId id="439"/>
            <p14:sldId id="424"/>
            <p14:sldId id="431"/>
            <p14:sldId id="434"/>
            <p14:sldId id="433"/>
          </p14:sldIdLst>
        </p14:section>
        <p14:section name="Go go go" id="{1CFCC745-F74D-4ABA-A995-42DAACFA49F4}">
          <p14:sldIdLst>
            <p14:sldId id="418"/>
          </p14:sldIdLst>
        </p14:section>
        <p14:section name="Followup" id="{E228A65D-4B95-4FEE-9A69-F629087D1923}">
          <p14:sldIdLst>
            <p14:sldId id="409"/>
          </p14:sldIdLst>
        </p14:section>
        <p14:section name="drawings" id="{20372A3F-51AA-4749-8E2E-0F3DB53938C1}">
          <p14:sldIdLst/>
        </p14:section>
      </p14:sectionLst>
    </p:ext>
    <p:ext uri="{EFAFB233-063F-42B5-8137-9DF3F51BA10A}">
      <p15:sldGuideLst xmlns:p15="http://schemas.microsoft.com/office/powerpoint/2012/main">
        <p15:guide id="1" pos="6131" userDrawn="1">
          <p15:clr>
            <a:srgbClr val="A4A3A4"/>
          </p15:clr>
        </p15:guide>
        <p15:guide id="2" pos="393" userDrawn="1">
          <p15:clr>
            <a:srgbClr val="A4A3A4"/>
          </p15:clr>
        </p15:guide>
        <p15:guide id="3" orient="horz" pos="2092" userDrawn="1">
          <p15:clr>
            <a:srgbClr val="A4A3A4"/>
          </p15:clr>
        </p15:guide>
        <p15:guide id="4" orient="horz" pos="2976" userDrawn="1">
          <p15:clr>
            <a:srgbClr val="A4A3A4"/>
          </p15:clr>
        </p15:guide>
        <p15:guide id="5" orient="horz" pos="1593" userDrawn="1">
          <p15:clr>
            <a:srgbClr val="A4A3A4"/>
          </p15:clr>
        </p15:guide>
        <p15:guide id="6" orient="horz" pos="958" userDrawn="1">
          <p15:clr>
            <a:srgbClr val="A4A3A4"/>
          </p15:clr>
        </p15:guide>
        <p15:guide id="7" orient="horz" pos="2795" userDrawn="1">
          <p15:clr>
            <a:srgbClr val="A4A3A4"/>
          </p15:clr>
        </p15:guide>
        <p15:guide id="8" orient="horz" pos="3952" userDrawn="1">
          <p15:clr>
            <a:srgbClr val="A4A3A4"/>
          </p15:clr>
        </p15:guide>
        <p15:guide id="9" pos="2683" userDrawn="1">
          <p15:clr>
            <a:srgbClr val="A4A3A4"/>
          </p15:clr>
        </p15:guide>
        <p15:guide id="10" pos="3863" userDrawn="1">
          <p15:clr>
            <a:srgbClr val="A4A3A4"/>
          </p15:clr>
        </p15:guide>
        <p15:guide id="11" pos="529" userDrawn="1">
          <p15:clr>
            <a:srgbClr val="A4A3A4"/>
          </p15:clr>
        </p15:guide>
        <p15:guide id="12" pos="3069" userDrawn="1">
          <p15:clr>
            <a:srgbClr val="A4A3A4"/>
          </p15:clr>
        </p15:guide>
        <p15:guide id="13" orient="horz" pos="349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ane Keller" initials="DK" lastIdx="36" clrIdx="0">
    <p:extLst>
      <p:ext uri="{19B8F6BF-5375-455C-9EA6-DF929625EA0E}">
        <p15:presenceInfo xmlns:p15="http://schemas.microsoft.com/office/powerpoint/2012/main" userId="S-1-5-21-318882301-789922187-912061101-1680" providerId="AD"/>
      </p:ext>
    </p:extLst>
  </p:cmAuthor>
  <p:cmAuthor id="2" name=" " initials="" lastIdx="5" clrIdx="1">
    <p:extLst>
      <p:ext uri="{19B8F6BF-5375-455C-9EA6-DF929625EA0E}">
        <p15:presenceInfo xmlns:p15="http://schemas.microsoft.com/office/powerpoint/2012/main" userId="824f54c6a1afb7f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485B"/>
    <a:srgbClr val="3376D3"/>
    <a:srgbClr val="000000"/>
    <a:srgbClr val="FFD270"/>
    <a:srgbClr val="EEAA9C"/>
    <a:srgbClr val="EE9E8E"/>
    <a:srgbClr val="B7E3C3"/>
    <a:srgbClr val="9EDAAE"/>
    <a:srgbClr val="85D199"/>
    <a:srgbClr val="4DC7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68" autoAdjust="0"/>
    <p:restoredTop sz="94614" autoAdjust="0"/>
  </p:normalViewPr>
  <p:slideViewPr>
    <p:cSldViewPr snapToGrid="0" showGuides="1">
      <p:cViewPr varScale="1">
        <p:scale>
          <a:sx n="104" d="100"/>
          <a:sy n="104" d="100"/>
        </p:scale>
        <p:origin x="1050" y="114"/>
      </p:cViewPr>
      <p:guideLst>
        <p:guide pos="6131"/>
        <p:guide pos="393"/>
        <p:guide orient="horz" pos="2092"/>
        <p:guide orient="horz" pos="2976"/>
        <p:guide orient="horz" pos="1593"/>
        <p:guide orient="horz" pos="958"/>
        <p:guide orient="horz" pos="2795"/>
        <p:guide orient="horz" pos="3952"/>
        <p:guide pos="2683"/>
        <p:guide pos="3863"/>
        <p:guide pos="529"/>
        <p:guide pos="3069"/>
        <p:guide orient="horz" pos="349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 showGuides="1">
      <p:cViewPr varScale="1">
        <p:scale>
          <a:sx n="54" d="100"/>
          <a:sy n="54" d="100"/>
        </p:scale>
        <p:origin x="2565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1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af Müller" userId="927a0a94-5a13-40e6-9114-2c080cd475d5" providerId="ADAL" clId="{A20B25D3-EE74-401A-AD54-E02E91A2B3B5}"/>
    <pc:docChg chg="undo custSel modSld sldOrd">
      <pc:chgData name="Olaf Müller" userId="927a0a94-5a13-40e6-9114-2c080cd475d5" providerId="ADAL" clId="{A20B25D3-EE74-401A-AD54-E02E91A2B3B5}" dt="2023-11-30T11:36:40.777" v="38"/>
      <pc:docMkLst>
        <pc:docMk/>
      </pc:docMkLst>
      <pc:sldChg chg="ord">
        <pc:chgData name="Olaf Müller" userId="927a0a94-5a13-40e6-9114-2c080cd475d5" providerId="ADAL" clId="{A20B25D3-EE74-401A-AD54-E02E91A2B3B5}" dt="2023-11-30T11:36:40.777" v="38"/>
        <pc:sldMkLst>
          <pc:docMk/>
          <pc:sldMk cId="3366342496" sldId="404"/>
        </pc:sldMkLst>
      </pc:sldChg>
      <pc:sldChg chg="modSp mod">
        <pc:chgData name="Olaf Müller" userId="927a0a94-5a13-40e6-9114-2c080cd475d5" providerId="ADAL" clId="{A20B25D3-EE74-401A-AD54-E02E91A2B3B5}" dt="2023-11-06T08:07:03.131" v="36" actId="5793"/>
        <pc:sldMkLst>
          <pc:docMk/>
          <pc:sldMk cId="1250496623" sldId="406"/>
        </pc:sldMkLst>
        <pc:spChg chg="mod">
          <ac:chgData name="Olaf Müller" userId="927a0a94-5a13-40e6-9114-2c080cd475d5" providerId="ADAL" clId="{A20B25D3-EE74-401A-AD54-E02E91A2B3B5}" dt="2023-11-06T08:07:03.131" v="36" actId="5793"/>
          <ac:spMkLst>
            <pc:docMk/>
            <pc:sldMk cId="1250496623" sldId="406"/>
            <ac:spMk id="2" creationId="{964329A2-9282-F1FF-CC30-AAFB73028D39}"/>
          </ac:spMkLst>
        </pc:spChg>
      </pc:sldChg>
    </pc:docChg>
  </pc:docChgLst>
  <pc:docChgLst>
    <pc:chgData name="Svenja Linzmaier" userId="3db1d25d-8f37-4445-b432-ec4ca2896293" providerId="ADAL" clId="{D74043AE-C332-4115-B2B6-492B950C9739}"/>
    <pc:docChg chg="modSld">
      <pc:chgData name="Svenja Linzmaier" userId="3db1d25d-8f37-4445-b432-ec4ca2896293" providerId="ADAL" clId="{D74043AE-C332-4115-B2B6-492B950C9739}" dt="2023-11-15T12:53:21.987" v="3" actId="20577"/>
      <pc:docMkLst>
        <pc:docMk/>
      </pc:docMkLst>
      <pc:sldChg chg="modSp mod">
        <pc:chgData name="Svenja Linzmaier" userId="3db1d25d-8f37-4445-b432-ec4ca2896293" providerId="ADAL" clId="{D74043AE-C332-4115-B2B6-492B950C9739}" dt="2023-11-15T12:53:21.987" v="3" actId="20577"/>
        <pc:sldMkLst>
          <pc:docMk/>
          <pc:sldMk cId="318905515" sldId="408"/>
        </pc:sldMkLst>
        <pc:spChg chg="mod">
          <ac:chgData name="Svenja Linzmaier" userId="3db1d25d-8f37-4445-b432-ec4ca2896293" providerId="ADAL" clId="{D74043AE-C332-4115-B2B6-492B950C9739}" dt="2023-11-15T12:53:21.987" v="3" actId="20577"/>
          <ac:spMkLst>
            <pc:docMk/>
            <pc:sldMk cId="318905515" sldId="408"/>
            <ac:spMk id="4" creationId="{BCD4F90D-A3B7-117A-E918-45E8C360AE07}"/>
          </ac:spMkLst>
        </pc:spChg>
      </pc:sldChg>
    </pc:docChg>
  </pc:docChgLst>
  <pc:docChgLst>
    <pc:chgData name="Martin Pankraz" userId="d8ee58b4-901d-426e-8529-79fb13575fe0" providerId="ADAL" clId="{F71D78C7-DA10-40BF-BCF6-053553FE650B}"/>
    <pc:docChg chg="modSld">
      <pc:chgData name="Martin Pankraz" userId="d8ee58b4-901d-426e-8529-79fb13575fe0" providerId="ADAL" clId="{F71D78C7-DA10-40BF-BCF6-053553FE650B}" dt="2023-12-29T10:19:06.328" v="26" actId="20577"/>
      <pc:docMkLst>
        <pc:docMk/>
      </pc:docMkLst>
      <pc:sldChg chg="modSp mod">
        <pc:chgData name="Martin Pankraz" userId="d8ee58b4-901d-426e-8529-79fb13575fe0" providerId="ADAL" clId="{F71D78C7-DA10-40BF-BCF6-053553FE650B}" dt="2023-12-29T10:19:06.328" v="26" actId="20577"/>
        <pc:sldMkLst>
          <pc:docMk/>
          <pc:sldMk cId="174900445" sldId="405"/>
        </pc:sldMkLst>
        <pc:spChg chg="mod">
          <ac:chgData name="Martin Pankraz" userId="d8ee58b4-901d-426e-8529-79fb13575fe0" providerId="ADAL" clId="{F71D78C7-DA10-40BF-BCF6-053553FE650B}" dt="2023-12-29T10:19:06.328" v="26" actId="20577"/>
          <ac:spMkLst>
            <pc:docMk/>
            <pc:sldMk cId="174900445" sldId="405"/>
            <ac:spMk id="3" creationId="{3C70C7B8-8216-780F-09B7-566EB27AF592}"/>
          </ac:spMkLst>
        </pc:spChg>
        <pc:spChg chg="mod">
          <ac:chgData name="Martin Pankraz" userId="d8ee58b4-901d-426e-8529-79fb13575fe0" providerId="ADAL" clId="{F71D78C7-DA10-40BF-BCF6-053553FE650B}" dt="2023-12-29T10:18:30.599" v="1" actId="20577"/>
          <ac:spMkLst>
            <pc:docMk/>
            <pc:sldMk cId="174900445" sldId="405"/>
            <ac:spMk id="4" creationId="{41CCFCB1-7292-DE79-8813-3B9C4F92EC13}"/>
          </ac:spMkLst>
        </pc:spChg>
      </pc:sldChg>
    </pc:docChg>
  </pc:docChgLst>
  <pc:docChgLst>
    <pc:chgData name="Christina Jäger" userId="7b189369d28a17cb" providerId="LiveId" clId="{422DF695-4E9A-452B-BF07-6FA7C438FAB3}"/>
    <pc:docChg chg="undo custSel modSld modMainMaster">
      <pc:chgData name="Christina Jäger" userId="7b189369d28a17cb" providerId="LiveId" clId="{422DF695-4E9A-452B-BF07-6FA7C438FAB3}" dt="2023-11-02T18:59:45.221" v="27" actId="20577"/>
      <pc:docMkLst>
        <pc:docMk/>
      </pc:docMkLst>
      <pc:sldChg chg="modSp mod">
        <pc:chgData name="Christina Jäger" userId="7b189369d28a17cb" providerId="LiveId" clId="{422DF695-4E9A-452B-BF07-6FA7C438FAB3}" dt="2023-11-02T18:59:41.653" v="25" actId="20577"/>
        <pc:sldMkLst>
          <pc:docMk/>
          <pc:sldMk cId="1250496623" sldId="406"/>
        </pc:sldMkLst>
        <pc:spChg chg="mod">
          <ac:chgData name="Christina Jäger" userId="7b189369d28a17cb" providerId="LiveId" clId="{422DF695-4E9A-452B-BF07-6FA7C438FAB3}" dt="2023-11-02T18:59:41.653" v="25" actId="20577"/>
          <ac:spMkLst>
            <pc:docMk/>
            <pc:sldMk cId="1250496623" sldId="406"/>
            <ac:spMk id="2" creationId="{964329A2-9282-F1FF-CC30-AAFB73028D39}"/>
          </ac:spMkLst>
        </pc:spChg>
      </pc:sldChg>
      <pc:sldMasterChg chg="modSldLayout">
        <pc:chgData name="Christina Jäger" userId="7b189369d28a17cb" providerId="LiveId" clId="{422DF695-4E9A-452B-BF07-6FA7C438FAB3}" dt="2023-11-02T18:59:45.221" v="27" actId="20577"/>
        <pc:sldMasterMkLst>
          <pc:docMk/>
          <pc:sldMasterMk cId="1622492795" sldId="2147483660"/>
        </pc:sldMasterMkLst>
        <pc:sldLayoutChg chg="modSp mod">
          <pc:chgData name="Christina Jäger" userId="7b189369d28a17cb" providerId="LiveId" clId="{422DF695-4E9A-452B-BF07-6FA7C438FAB3}" dt="2023-11-02T18:59:45.221" v="27" actId="20577"/>
          <pc:sldLayoutMkLst>
            <pc:docMk/>
            <pc:sldMasterMk cId="1541424195" sldId="2147483724"/>
            <pc:sldLayoutMk cId="2967278011" sldId="2147483688"/>
          </pc:sldLayoutMkLst>
          <pc:spChg chg="mod">
            <ac:chgData name="Christina Jäger" userId="7b189369d28a17cb" providerId="LiveId" clId="{422DF695-4E9A-452B-BF07-6FA7C438FAB3}" dt="2023-11-02T18:59:45.221" v="27" actId="20577"/>
            <ac:spMkLst>
              <pc:docMk/>
              <pc:sldMasterMk cId="1541424195" sldId="2147483724"/>
              <pc:sldLayoutMk cId="2967278011" sldId="2147483688"/>
              <ac:spMk id="59" creationId="{00000000-0000-0000-0000-000000000000}"/>
            </ac:spMkLst>
          </pc:spChg>
        </pc:sldLayoutChg>
      </pc:sldMasterChg>
    </pc:docChg>
  </pc:docChgLst>
  <pc:docChgLst>
    <pc:chgData name="Martin Pankraz" userId="d8ee58b4-901d-426e-8529-79fb13575fe0" providerId="ADAL" clId="{88E4C814-2BCF-4731-B1DE-2E88E3B905A6}"/>
    <pc:docChg chg="modSld">
      <pc:chgData name="Martin Pankraz" userId="d8ee58b4-901d-426e-8529-79fb13575fe0" providerId="ADAL" clId="{88E4C814-2BCF-4731-B1DE-2E88E3B905A6}" dt="2023-12-06T15:05:56.480" v="75" actId="14100"/>
      <pc:docMkLst>
        <pc:docMk/>
      </pc:docMkLst>
      <pc:sldChg chg="addSp modSp mod">
        <pc:chgData name="Martin Pankraz" userId="d8ee58b4-901d-426e-8529-79fb13575fe0" providerId="ADAL" clId="{88E4C814-2BCF-4731-B1DE-2E88E3B905A6}" dt="2023-12-06T15:05:56.480" v="75" actId="14100"/>
        <pc:sldMkLst>
          <pc:docMk/>
          <pc:sldMk cId="174900445" sldId="405"/>
        </pc:sldMkLst>
        <pc:spChg chg="add mod">
          <ac:chgData name="Martin Pankraz" userId="d8ee58b4-901d-426e-8529-79fb13575fe0" providerId="ADAL" clId="{88E4C814-2BCF-4731-B1DE-2E88E3B905A6}" dt="2023-12-06T15:04:51.208" v="46" actId="14100"/>
          <ac:spMkLst>
            <pc:docMk/>
            <pc:sldMk cId="174900445" sldId="405"/>
            <ac:spMk id="2" creationId="{058BE6D0-A903-B19F-D6EE-90791BA73ED7}"/>
          </ac:spMkLst>
        </pc:spChg>
        <pc:spChg chg="add mod">
          <ac:chgData name="Martin Pankraz" userId="d8ee58b4-901d-426e-8529-79fb13575fe0" providerId="ADAL" clId="{88E4C814-2BCF-4731-B1DE-2E88E3B905A6}" dt="2023-12-06T15:04:58.522" v="57" actId="20577"/>
          <ac:spMkLst>
            <pc:docMk/>
            <pc:sldMk cId="174900445" sldId="405"/>
            <ac:spMk id="3" creationId="{3C70C7B8-8216-780F-09B7-566EB27AF592}"/>
          </ac:spMkLst>
        </pc:spChg>
        <pc:spChg chg="mod">
          <ac:chgData name="Martin Pankraz" userId="d8ee58b4-901d-426e-8529-79fb13575fe0" providerId="ADAL" clId="{88E4C814-2BCF-4731-B1DE-2E88E3B905A6}" dt="2023-12-06T15:05:38.008" v="58"/>
          <ac:spMkLst>
            <pc:docMk/>
            <pc:sldMk cId="174900445" sldId="405"/>
            <ac:spMk id="4" creationId="{41CCFCB1-7292-DE79-8813-3B9C4F92EC13}"/>
          </ac:spMkLst>
        </pc:spChg>
        <pc:spChg chg="mod">
          <ac:chgData name="Martin Pankraz" userId="d8ee58b4-901d-426e-8529-79fb13575fe0" providerId="ADAL" clId="{88E4C814-2BCF-4731-B1DE-2E88E3B905A6}" dt="2023-12-06T15:04:38.390" v="27" actId="14100"/>
          <ac:spMkLst>
            <pc:docMk/>
            <pc:sldMk cId="174900445" sldId="405"/>
            <ac:spMk id="5" creationId="{1A973BD8-0E66-27A6-93D9-4D9E6FEAB568}"/>
          </ac:spMkLst>
        </pc:spChg>
        <pc:spChg chg="mod">
          <ac:chgData name="Martin Pankraz" userId="d8ee58b4-901d-426e-8529-79fb13575fe0" providerId="ADAL" clId="{88E4C814-2BCF-4731-B1DE-2E88E3B905A6}" dt="2023-12-06T15:05:56.480" v="75" actId="14100"/>
          <ac:spMkLst>
            <pc:docMk/>
            <pc:sldMk cId="174900445" sldId="405"/>
            <ac:spMk id="6" creationId="{2644C748-BA62-957D-E50E-D2DAD4B1A7C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5AB06-B6BB-4ACB-8A64-E8D2F22F93F5}" type="datetimeFigureOut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69C2F7-4DE5-4587-8FC7-7A9FE8E2ABA7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997358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176CC4-DEFB-4F3C-A967-A5DAB45FF068}" type="datetimeFigureOut">
              <a:rPr lang="de-DE" smtClean="0"/>
              <a:t>11.03.2026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715FFD-0145-4494-A555-FB11F75277F5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6256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elfoli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D3BC99-1501-9A6E-EA25-76924A43CB48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15079" y="1208309"/>
            <a:ext cx="6212340" cy="32578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Referentenname</a:t>
            </a:r>
          </a:p>
          <a:p>
            <a:pPr lvl="0"/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FE4D742-4AC2-9F56-6B2A-EAFD950DDCA0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08833" y="151100"/>
            <a:ext cx="11142243" cy="1007559"/>
          </a:xfrm>
          <a:prstGeom prst="rect">
            <a:avLst/>
          </a:prstGeom>
          <a:noFill/>
          <a:effectLst>
            <a:softEdge rad="317500"/>
          </a:effectLst>
        </p:spPr>
        <p:txBody>
          <a:bodyPr anchor="ctr" anchorCtr="0"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de-DE"/>
              <a:t>Präsentationstitel eingeben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59D2F814-9087-CD61-B36A-B95223C007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6010" y="1565943"/>
            <a:ext cx="6211409" cy="32578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Firma</a:t>
            </a:r>
          </a:p>
          <a:p>
            <a:pPr lvl="0"/>
            <a:endParaRPr lang="de-DE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A59D8CF3-E224-E9B9-265A-51C8C0C543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A6BEDAE-6225-70DF-5C1E-68C5E15C42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180" y="3103672"/>
            <a:ext cx="904876" cy="44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051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pos="3840">
          <p15:clr>
            <a:srgbClr val="FBAE40"/>
          </p15:clr>
        </p15:guide>
        <p15:guide id="8" orient="horz" pos="20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8C14010-9D5D-93D2-AB81-880930406B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FB4F0257-AE55-0D86-3195-883F1BEEC5E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15939" y="152400"/>
            <a:ext cx="7527924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/>
              <a:t>Inhaltsverzeichnis</a:t>
            </a:r>
          </a:p>
        </p:txBody>
      </p:sp>
      <p:sp>
        <p:nvSpPr>
          <p:cNvPr id="59" name="Textplatzhalter 2"/>
          <p:cNvSpPr>
            <a:spLocks noGrp="1"/>
          </p:cNvSpPr>
          <p:nvPr userDrawn="1">
            <p:ph type="body" sz="quarter" idx="11"/>
          </p:nvPr>
        </p:nvSpPr>
        <p:spPr>
          <a:xfrm>
            <a:off x="731838" y="1514466"/>
            <a:ext cx="7312025" cy="4654550"/>
          </a:xfrm>
          <a:prstGeom prst="rect">
            <a:avLst/>
          </a:prstGeom>
        </p:spPr>
        <p:txBody>
          <a:bodyPr/>
          <a:lstStyle>
            <a:lvl1pPr marL="457200" marR="0" indent="-457200" algn="l" defTabSz="916494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bg1"/>
              </a:buClr>
              <a:buSzTx/>
              <a:buFont typeface="+mj-lt"/>
              <a:buAutoNum type="arabicPeriod"/>
              <a:tabLst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Symbol" panose="05050102010706020507" pitchFamily="18" charset="2"/>
              <a:buNone/>
              <a:defRPr/>
            </a:lvl2pPr>
            <a:lvl3pPr marL="914377" indent="0">
              <a:buFont typeface="Symbol" panose="05050102010706020507" pitchFamily="18" charset="2"/>
              <a:buNone/>
              <a:defRPr/>
            </a:lvl3pPr>
            <a:lvl4pPr marL="1371566" indent="0">
              <a:buFont typeface="Symbol" panose="05050102010706020507" pitchFamily="18" charset="2"/>
              <a:buNone/>
              <a:defRPr/>
            </a:lvl4pPr>
          </a:lstStyle>
          <a:p>
            <a:pPr lvl="0"/>
            <a:endParaRPr lang="de-DE"/>
          </a:p>
        </p:txBody>
      </p:sp>
      <p:pic>
        <p:nvPicPr>
          <p:cNvPr id="16" name="Grafik 15" descr="Ein Bild, das Schrift, Kreis, Logo, Grafiken enthält.&#10;&#10;KI-generierte Inhalte können fehlerhaft sein.">
            <a:extLst>
              <a:ext uri="{FF2B5EF4-FFF2-40B4-BE49-F238E27FC236}">
                <a16:creationId xmlns:a16="http://schemas.microsoft.com/office/drawing/2014/main" id="{94316F23-B7F3-AA3F-CE00-A3543B5BBD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2828" y="6127479"/>
            <a:ext cx="469867" cy="469867"/>
          </a:xfrm>
          <a:prstGeom prst="rect">
            <a:avLst/>
          </a:prstGeom>
        </p:spPr>
      </p:pic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AFAD78ED-0809-A658-6027-E68A98AF5524}"/>
              </a:ext>
            </a:extLst>
          </p:cNvPr>
          <p:cNvSpPr txBox="1">
            <a:spLocks/>
          </p:cNvSpPr>
          <p:nvPr userDrawn="1"/>
        </p:nvSpPr>
        <p:spPr>
          <a:xfrm>
            <a:off x="528749" y="6361055"/>
            <a:ext cx="3335217" cy="390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900" b="0" i="0">
                <a:solidFill>
                  <a:schemeClr val="bg1"/>
                </a:solidFill>
                <a:latin typeface="+mn-lt"/>
                <a:cs typeface="Helvetica Light"/>
              </a:rPr>
              <a:t>Seite ‹Nr.› | 20. August 2025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B50CAF4-D9B2-810F-1E85-C1796AA980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380936" y="155085"/>
            <a:ext cx="679450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4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6">
          <p15:clr>
            <a:srgbClr val="FBAE40"/>
          </p15:clr>
        </p15:guide>
        <p15:guide id="5" orient="horz" pos="527">
          <p15:clr>
            <a:srgbClr val="FBAE40"/>
          </p15:clr>
        </p15:guide>
        <p15:guide id="7" pos="39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FFEBF229-D501-1C11-A2CB-6ADD75BA0D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9" name="Textplatzhalter 2"/>
          <p:cNvSpPr>
            <a:spLocks noGrp="1"/>
          </p:cNvSpPr>
          <p:nvPr userDrawn="1">
            <p:ph type="body" sz="quarter" idx="11"/>
          </p:nvPr>
        </p:nvSpPr>
        <p:spPr>
          <a:xfrm>
            <a:off x="731838" y="2079408"/>
            <a:ext cx="7402511" cy="825180"/>
          </a:xfrm>
          <a:prstGeom prst="rect">
            <a:avLst/>
          </a:prstGeom>
          <a:ln w="28575">
            <a:noFill/>
          </a:ln>
        </p:spPr>
        <p:txBody>
          <a:bodyPr wrap="square" lIns="90000" tIns="180000" rIns="90000" bIns="180000">
            <a:spAutoFit/>
          </a:bodyPr>
          <a:lstStyle>
            <a:lvl1pPr marL="0" marR="0" indent="0" algn="l" defTabSz="916494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30000"/>
              </a:spcAft>
              <a:buClr>
                <a:schemeClr val="accent1"/>
              </a:buClr>
              <a:buSzTx/>
              <a:buFont typeface="+mj-lt"/>
              <a:buNone/>
              <a:tabLst/>
              <a:defRPr sz="3000" b="0">
                <a:solidFill>
                  <a:schemeClr val="bg1"/>
                </a:solidFill>
                <a:latin typeface="+mj-lt"/>
              </a:defRPr>
            </a:lvl1pPr>
            <a:lvl2pPr marL="457189" indent="0">
              <a:buFont typeface="Symbol" panose="05050102010706020507" pitchFamily="18" charset="2"/>
              <a:buNone/>
              <a:defRPr/>
            </a:lvl2pPr>
            <a:lvl3pPr marL="914377" indent="0">
              <a:buFont typeface="Symbol" panose="05050102010706020507" pitchFamily="18" charset="2"/>
              <a:buNone/>
              <a:defRPr/>
            </a:lvl3pPr>
            <a:lvl4pPr marL="1371566" indent="0">
              <a:buFont typeface="Symbol" panose="05050102010706020507" pitchFamily="18" charset="2"/>
              <a:buNone/>
              <a:defRPr/>
            </a:lvl4pPr>
          </a:lstStyle>
          <a:p>
            <a:pPr lvl="0"/>
            <a:endParaRPr lang="de-DE"/>
          </a:p>
        </p:txBody>
      </p:sp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F00CDABE-5B67-1FF1-3374-54884A10CB06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15938" y="152400"/>
            <a:ext cx="7569545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/>
              <a:t>Kapitel</a:t>
            </a:r>
          </a:p>
        </p:txBody>
      </p:sp>
      <p:pic>
        <p:nvPicPr>
          <p:cNvPr id="4" name="Grafik 3" descr="Ein Bild, das Schrift, Kreis, Logo, Grafiken enthält.&#10;&#10;KI-generierte Inhalte können fehlerhaft sein.">
            <a:extLst>
              <a:ext uri="{FF2B5EF4-FFF2-40B4-BE49-F238E27FC236}">
                <a16:creationId xmlns:a16="http://schemas.microsoft.com/office/drawing/2014/main" id="{C4772628-E593-3E2B-A274-B0791F5520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2828" y="6127479"/>
            <a:ext cx="469867" cy="469867"/>
          </a:xfrm>
          <a:prstGeom prst="rect">
            <a:avLst/>
          </a:prstGeom>
        </p:spPr>
      </p:pic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452F30DB-D2E3-4616-5FB0-B399C175D22D}"/>
              </a:ext>
            </a:extLst>
          </p:cNvPr>
          <p:cNvSpPr txBox="1">
            <a:spLocks/>
          </p:cNvSpPr>
          <p:nvPr userDrawn="1"/>
        </p:nvSpPr>
        <p:spPr>
          <a:xfrm>
            <a:off x="528749" y="6361055"/>
            <a:ext cx="3335217" cy="390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900" b="0" i="0">
                <a:solidFill>
                  <a:schemeClr val="bg1"/>
                </a:solidFill>
                <a:latin typeface="+mn-lt"/>
                <a:cs typeface="Helvetica Light"/>
              </a:rPr>
              <a:t>Seite ‹Nr.› | 20. August 2025 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5086C93-E5D3-2854-1F7B-90EFE17869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380936" y="155085"/>
            <a:ext cx="679450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837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  <p15:guide id="8" orient="horz" pos="96">
          <p15:clr>
            <a:srgbClr val="FBAE40"/>
          </p15:clr>
        </p15:guide>
        <p15:guide id="10" pos="393">
          <p15:clr>
            <a:srgbClr val="FBAE40"/>
          </p15:clr>
        </p15:guide>
        <p15:guide id="12" orient="horz" pos="66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f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9">
            <a:extLst>
              <a:ext uri="{FF2B5EF4-FFF2-40B4-BE49-F238E27FC236}">
                <a16:creationId xmlns:a16="http://schemas.microsoft.com/office/drawing/2014/main" id="{2632BA4D-ECC8-4004-A450-F16361C7B3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8813" y="1341437"/>
            <a:ext cx="10937875" cy="48838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  <a:lvl2pPr marL="228600" indent="-228600"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accent1"/>
                </a:solidFill>
                <a:latin typeface="+mn-lt"/>
              </a:defRPr>
            </a:lvl2pPr>
            <a:lvl3pPr marL="539750" indent="-228600">
              <a:buClr>
                <a:schemeClr val="accent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1"/>
                </a:solidFill>
                <a:latin typeface="+mn-lt"/>
              </a:defRPr>
            </a:lvl3pPr>
            <a:lvl4pPr marL="896938" indent="-228600">
              <a:buClr>
                <a:schemeClr val="accent6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/>
                </a:solidFill>
                <a:latin typeface="+mn-lt"/>
              </a:defRPr>
            </a:lvl4pPr>
            <a:lvl5pPr marL="1260000" indent="-228600">
              <a:buFont typeface="Arial" panose="020B0604020202020204" pitchFamily="34" charset="0"/>
              <a:buChar char="•"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C2D15EB4-B6C6-44F8-BF33-6EA7629071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9" y="152400"/>
            <a:ext cx="10692532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/>
              <a:t>TITEL, </a:t>
            </a:r>
            <a:r>
              <a:rPr lang="de-DE" err="1"/>
              <a:t>ARIal</a:t>
            </a:r>
            <a:r>
              <a:rPr lang="de-DE"/>
              <a:t> </a:t>
            </a:r>
            <a:r>
              <a:rPr lang="de-DE" err="1"/>
              <a:t>black</a:t>
            </a:r>
            <a:r>
              <a:rPr lang="de-DE"/>
              <a:t>, Versal, 24 </a:t>
            </a:r>
            <a:r>
              <a:rPr lang="de-DE" err="1"/>
              <a:t>pt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289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9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9">
            <a:extLst>
              <a:ext uri="{FF2B5EF4-FFF2-40B4-BE49-F238E27FC236}">
                <a16:creationId xmlns:a16="http://schemas.microsoft.com/office/drawing/2014/main" id="{E5363237-72B2-46B1-B2A3-6483E032D7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8813" y="1341437"/>
            <a:ext cx="5113337" cy="48838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  <a:lvl2pPr marL="228600" indent="-228600"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accent1"/>
                </a:solidFill>
                <a:latin typeface="+mn-lt"/>
              </a:defRPr>
            </a:lvl2pPr>
            <a:lvl3pPr marL="539750" indent="-228600">
              <a:buClr>
                <a:schemeClr val="accent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1"/>
                </a:solidFill>
                <a:latin typeface="+mn-lt"/>
              </a:defRPr>
            </a:lvl3pPr>
            <a:lvl4pPr marL="896938" indent="-228600">
              <a:buClr>
                <a:schemeClr val="accent6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/>
                </a:solidFill>
                <a:latin typeface="+mn-lt"/>
              </a:defRPr>
            </a:lvl4pPr>
            <a:lvl5pPr marL="1260000" indent="-228600">
              <a:buFont typeface="Arial" panose="020B0604020202020204" pitchFamily="34" charset="0"/>
              <a:buChar char="•"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32A60FC3-BAC6-4CBD-8D26-83346590B2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91288" y="1341437"/>
            <a:ext cx="5113337" cy="48838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  <a:lvl2pPr marL="228600" indent="-228600"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accent1"/>
                </a:solidFill>
                <a:latin typeface="+mn-lt"/>
              </a:defRPr>
            </a:lvl2pPr>
            <a:lvl3pPr marL="539750" indent="-228600">
              <a:buClr>
                <a:schemeClr val="accent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1"/>
                </a:solidFill>
                <a:latin typeface="+mn-lt"/>
              </a:defRPr>
            </a:lvl3pPr>
            <a:lvl4pPr marL="896938" indent="-228600">
              <a:buClr>
                <a:schemeClr val="accent6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/>
                </a:solidFill>
                <a:latin typeface="+mn-lt"/>
              </a:defRPr>
            </a:lvl4pPr>
            <a:lvl5pPr marL="1260000" indent="-228600">
              <a:buFont typeface="Arial" panose="020B0604020202020204" pitchFamily="34" charset="0"/>
              <a:buChar char="•"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A4AF7D2-9104-4284-B7C3-77AAF33D79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9" y="152400"/>
            <a:ext cx="10664252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/>
              <a:t>TITEL, </a:t>
            </a:r>
            <a:r>
              <a:rPr lang="de-DE" err="1"/>
              <a:t>ARIal</a:t>
            </a:r>
            <a:r>
              <a:rPr lang="de-DE"/>
              <a:t> </a:t>
            </a:r>
            <a:r>
              <a:rPr lang="de-DE" err="1"/>
              <a:t>black</a:t>
            </a:r>
            <a:r>
              <a:rPr lang="de-DE"/>
              <a:t>, Versal, 24 </a:t>
            </a:r>
            <a:r>
              <a:rPr lang="de-DE" err="1"/>
              <a:t>pt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8357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3" pos="4089">
          <p15:clr>
            <a:srgbClr val="FBAE40"/>
          </p15:clr>
        </p15:guide>
        <p15:guide id="4" orient="horz" pos="96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7">
            <a:extLst>
              <a:ext uri="{FF2B5EF4-FFF2-40B4-BE49-F238E27FC236}">
                <a16:creationId xmlns:a16="http://schemas.microsoft.com/office/drawing/2014/main" id="{62EC2443-8338-45D2-BBEB-BC1D6C9E34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152400"/>
            <a:ext cx="10372021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/>
              <a:t>TITEL, </a:t>
            </a:r>
            <a:r>
              <a:rPr lang="de-DE" err="1"/>
              <a:t>ARIal</a:t>
            </a:r>
            <a:r>
              <a:rPr lang="de-DE"/>
              <a:t> </a:t>
            </a:r>
            <a:r>
              <a:rPr lang="de-DE" err="1"/>
              <a:t>black</a:t>
            </a:r>
            <a:r>
              <a:rPr lang="de-DE"/>
              <a:t>, Versal, 24 </a:t>
            </a:r>
            <a:r>
              <a:rPr lang="de-DE" err="1"/>
              <a:t>pt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3065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  <p15:guide id="2" orient="horz" pos="96">
          <p15:clr>
            <a:srgbClr val="FBAE40"/>
          </p15:clr>
        </p15:guide>
        <p15:guide id="3" pos="751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rafik 51">
            <a:extLst>
              <a:ext uri="{FF2B5EF4-FFF2-40B4-BE49-F238E27FC236}">
                <a16:creationId xmlns:a16="http://schemas.microsoft.com/office/drawing/2014/main" id="{D08638B7-8914-4FE8-6501-5FF6B02F2D9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052512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FED80C01-6ED9-D6FC-028D-7513E64A62F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419" y="6121758"/>
            <a:ext cx="479069" cy="479069"/>
          </a:xfrm>
          <a:prstGeom prst="rect">
            <a:avLst/>
          </a:prstGeom>
        </p:spPr>
      </p:pic>
      <p:sp>
        <p:nvSpPr>
          <p:cNvPr id="53" name="Fußzeilenplatzhalter 4">
            <a:extLst>
              <a:ext uri="{FF2B5EF4-FFF2-40B4-BE49-F238E27FC236}">
                <a16:creationId xmlns:a16="http://schemas.microsoft.com/office/drawing/2014/main" id="{31C043C4-F47A-2157-0442-183B00A3D87D}"/>
              </a:ext>
            </a:extLst>
          </p:cNvPr>
          <p:cNvSpPr txBox="1">
            <a:spLocks/>
          </p:cNvSpPr>
          <p:nvPr userDrawn="1"/>
        </p:nvSpPr>
        <p:spPr>
          <a:xfrm>
            <a:off x="528749" y="6361055"/>
            <a:ext cx="3335217" cy="390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900" b="0" i="0">
                <a:solidFill>
                  <a:schemeClr val="accent1"/>
                </a:solidFill>
                <a:latin typeface="+mn-lt"/>
                <a:cs typeface="Helvetica Light"/>
              </a:rPr>
              <a:t>Seite ‹Nr.› | 20. August 2025 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B6EBBEA-F17E-D792-5468-8FC4399CD5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1380936" y="155085"/>
            <a:ext cx="679450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593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</p:sldLayoutIdLst>
  <p:hf hd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933">
          <a:solidFill>
            <a:srgbClr val="7B2F11"/>
          </a:solidFill>
          <a:latin typeface="Arial Blac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933">
          <a:solidFill>
            <a:srgbClr val="7B2F11"/>
          </a:solidFill>
          <a:latin typeface="Arial Blac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933">
          <a:solidFill>
            <a:srgbClr val="7B2F11"/>
          </a:solidFill>
          <a:latin typeface="Arial Blac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933">
          <a:solidFill>
            <a:srgbClr val="7B2F11"/>
          </a:solidFill>
          <a:latin typeface="Arial Black" pitchFamily="34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 Black" pitchFamily="34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 Black" pitchFamily="34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 Black" pitchFamily="34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 Black" pitchFamily="34" charset="0"/>
        </a:defRPr>
      </a:lvl9pPr>
    </p:titleStyle>
    <p:bodyStyle>
      <a:lvl1pPr marL="457189" indent="-457189" algn="l" defTabSz="916494" rtl="0" eaLnBrk="1" fontAlgn="base" hangingPunct="1">
        <a:spcBef>
          <a:spcPct val="40000"/>
        </a:spcBef>
        <a:spcAft>
          <a:spcPct val="30000"/>
        </a:spcAft>
        <a:buClr>
          <a:srgbClr val="00608C"/>
        </a:buClr>
        <a:buFont typeface="Wingdings" pitchFamily="2" charset="2"/>
        <a:defRPr sz="2400" b="1">
          <a:solidFill>
            <a:srgbClr val="292929"/>
          </a:solidFill>
          <a:latin typeface="+mn-lt"/>
          <a:ea typeface="+mn-ea"/>
          <a:cs typeface="+mn-cs"/>
        </a:defRPr>
      </a:lvl1pPr>
      <a:lvl2pPr marL="482588" indent="-239178" algn="l" defTabSz="916494" rtl="0" eaLnBrk="1" fontAlgn="base" hangingPunct="1">
        <a:spcBef>
          <a:spcPct val="0"/>
        </a:spcBef>
        <a:spcAft>
          <a:spcPct val="40000"/>
        </a:spcAft>
        <a:buClr>
          <a:schemeClr val="accent2"/>
        </a:buClr>
        <a:buSzPct val="100000"/>
        <a:buFont typeface="Arial" panose="020B0604020202020204" pitchFamily="34" charset="0"/>
        <a:buChar char="&gt;"/>
        <a:defRPr sz="2133">
          <a:solidFill>
            <a:srgbClr val="292929"/>
          </a:solidFill>
          <a:latin typeface="+mn-lt"/>
        </a:defRPr>
      </a:lvl2pPr>
      <a:lvl3pPr marL="956709" indent="-237061" algn="l" defTabSz="916494" rtl="0" eaLnBrk="1" fontAlgn="base" hangingPunct="1">
        <a:spcBef>
          <a:spcPct val="0"/>
        </a:spcBef>
        <a:spcAft>
          <a:spcPct val="50000"/>
        </a:spcAft>
        <a:buClr>
          <a:schemeClr val="tx2">
            <a:lumMod val="50000"/>
          </a:schemeClr>
        </a:buClr>
        <a:buSzPct val="120000"/>
        <a:buFont typeface="Arial" panose="020B0604020202020204" pitchFamily="34" charset="0"/>
        <a:buChar char="•"/>
        <a:defRPr sz="1867">
          <a:solidFill>
            <a:srgbClr val="292929"/>
          </a:solidFill>
          <a:latin typeface="+mn-lt"/>
        </a:defRPr>
      </a:lvl3pPr>
      <a:lvl4pPr marL="2357908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974940"/>
        </a:buClr>
        <a:buFont typeface="Wingdings" pitchFamily="2" charset="2"/>
        <a:buChar char="l"/>
        <a:defRPr sz="2133">
          <a:solidFill>
            <a:srgbClr val="292929"/>
          </a:solidFill>
          <a:latin typeface="+mn-lt"/>
        </a:defRPr>
      </a:lvl4pPr>
      <a:lvl5pPr marL="2973843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5pPr>
      <a:lvl6pPr marL="3583428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6pPr>
      <a:lvl7pPr marL="4193013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7pPr>
      <a:lvl8pPr marL="4802597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8pPr>
      <a:lvl9pPr marL="5412182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4156">
          <p15:clr>
            <a:srgbClr val="F26B43"/>
          </p15:clr>
        </p15:guide>
        <p15:guide id="11" orient="horz" pos="845">
          <p15:clr>
            <a:srgbClr val="F26B43"/>
          </p15:clr>
        </p15:guide>
        <p15:guide id="13" orient="horz">
          <p15:clr>
            <a:srgbClr val="F26B43"/>
          </p15:clr>
        </p15:guide>
        <p15:guide id="14" pos="325">
          <p15:clr>
            <a:srgbClr val="F26B43"/>
          </p15:clr>
        </p15:guide>
        <p15:guide id="15" pos="7514">
          <p15:clr>
            <a:srgbClr val="F26B43"/>
          </p15:clr>
        </p15:guide>
        <p15:guide id="17" orient="horz" pos="663">
          <p15:clr>
            <a:srgbClr val="F26B43"/>
          </p15:clr>
        </p15:guide>
        <p15:guide id="18" pos="3840">
          <p15:clr>
            <a:srgbClr val="F26B43"/>
          </p15:clr>
        </p15:guide>
        <p15:guide id="19" pos="39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hyperlink" Target="https://aka.ms/techxchange-msf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michael.schmitt@sap.com" TargetMode="External"/><Relationship Id="rId2" Type="http://schemas.openxmlformats.org/officeDocument/2006/relationships/hyperlink" Target="mailto:martin.pankraz@microsoft.com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jpeg"/><Relationship Id="rId5" Type="http://schemas.openxmlformats.org/officeDocument/2006/relationships/image" Target="../media/image21.png"/><Relationship Id="rId4" Type="http://schemas.openxmlformats.org/officeDocument/2006/relationships/hyperlink" Target="https://www.linkedin.com/in/martin-pankraz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sneaky-goggles" TargetMode="External"/><Relationship Id="rId2" Type="http://schemas.openxmlformats.org/officeDocument/2006/relationships/hyperlink" Target="https://aka.ms/techxchange-msft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Holger.bruchelt@microsoft.com" TargetMode="External"/><Relationship Id="rId7" Type="http://schemas.openxmlformats.org/officeDocument/2006/relationships/image" Target="../media/image21.png"/><Relationship Id="rId2" Type="http://schemas.openxmlformats.org/officeDocument/2006/relationships/hyperlink" Target="mailto:martin.pankraz@microsoft.com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linkedin.com/in/holger-bruchelt/" TargetMode="External"/><Relationship Id="rId5" Type="http://schemas.openxmlformats.org/officeDocument/2006/relationships/hyperlink" Target="https://www.linkedin.com/in/martin-pankraz/" TargetMode="External"/><Relationship Id="rId4" Type="http://schemas.openxmlformats.org/officeDocument/2006/relationships/hyperlink" Target="mailto:Martin.Raepple@microsof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E3A33C9-C584-1139-83AD-2C04709E2D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A4A300B-6AAE-1F79-5A6E-CA870BD00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TechXChange</a:t>
            </a:r>
            <a:r>
              <a:rPr lang="en-US" dirty="0"/>
              <a:t> 2026 – Microsoft Track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46A57A2-5A15-4D29-E24D-4827F8992B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1854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EA2B68B-07B8-B28C-5ABB-F5B8E1508B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8" y="152400"/>
            <a:ext cx="11528279" cy="394252"/>
          </a:xfrm>
        </p:spPr>
        <p:txBody>
          <a:bodyPr/>
          <a:lstStyle/>
          <a:p>
            <a:pPr algn="ctr"/>
            <a:r>
              <a:rPr lang="de-DE" cap="none" dirty="0">
                <a:latin typeface="+mn-lt"/>
                <a:hlinkClick r:id="rId2"/>
              </a:rPr>
              <a:t>https://aka.ms/techxchange-msft</a:t>
            </a:r>
            <a:endParaRPr lang="de-DE" cap="none" dirty="0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ABC3FE-1747-046E-2F5C-669A652FC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34" y="677825"/>
            <a:ext cx="11386210" cy="61240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A48A60-A5C2-0775-569E-C55F44028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34" y="1467789"/>
            <a:ext cx="2264749" cy="53226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341C0C-EB1B-0CEC-8426-211662C381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635" y="677825"/>
            <a:ext cx="10002646" cy="14670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7403CF-E228-66BC-58F0-2A0FE718E6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5480" y="2209519"/>
            <a:ext cx="1297903" cy="27719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6F3422-8F98-E108-06F4-1A1BA69968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9531" y="3639197"/>
            <a:ext cx="1297903" cy="283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361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37E2B4B-473E-02D4-06A4-A261EDDD66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1838" y="2079408"/>
            <a:ext cx="7402511" cy="1286845"/>
          </a:xfrm>
        </p:spPr>
        <p:txBody>
          <a:bodyPr/>
          <a:lstStyle/>
          <a:p>
            <a:r>
              <a:rPr lang="en-US" dirty="0"/>
              <a:t>Copilot Studio &amp; SAP: Getting Started</a:t>
            </a:r>
            <a:endParaRPr lang="en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BFE70C0-A04D-7050-F52A-8DE85A9F4A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7597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C696359-438B-5820-CA01-458DE1D30A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E8489B3-F256-37A1-1844-DFD9611D76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9" y="152400"/>
            <a:ext cx="10692532" cy="68580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0317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019AE-594E-81C8-97DD-66EC7CB9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F795D3A-86A7-DCCF-7DB9-CC9811F5C6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1838" y="2079408"/>
            <a:ext cx="7402511" cy="1286845"/>
          </a:xfrm>
        </p:spPr>
        <p:txBody>
          <a:bodyPr/>
          <a:lstStyle/>
          <a:p>
            <a:r>
              <a:rPr lang="en-US" dirty="0"/>
              <a:t>Copilot Studio &amp; SAP: Getting Started</a:t>
            </a:r>
            <a:endParaRPr lang="en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3197010-3DB2-3E47-3669-434AD2E6EC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848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C696359-438B-5820-CA01-458DE1D30A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E8489B3-F256-37A1-1844-DFD9611D76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9" y="152400"/>
            <a:ext cx="10692532" cy="68580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0489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E8489B3-F256-37A1-1844-DFD9611D76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9" y="152400"/>
            <a:ext cx="10692532" cy="685800"/>
          </a:xfrm>
        </p:spPr>
        <p:txBody>
          <a:bodyPr/>
          <a:lstStyle/>
          <a:p>
            <a:endParaRPr lang="de-DE"/>
          </a:p>
        </p:txBody>
      </p:sp>
      <p:pic>
        <p:nvPicPr>
          <p:cNvPr id="2" name="Picture 1" descr="A cartoon of two people fighting&#10;&#10;Description automatically generated">
            <a:extLst>
              <a:ext uri="{FF2B5EF4-FFF2-40B4-BE49-F238E27FC236}">
                <a16:creationId xmlns:a16="http://schemas.microsoft.com/office/drawing/2014/main" id="{7D3E0F73-0A1B-2C68-0354-18CDE8F6D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5A4526-2810-A492-4845-9B6292F60274}"/>
              </a:ext>
            </a:extLst>
          </p:cNvPr>
          <p:cNvSpPr txBox="1"/>
          <p:nvPr/>
        </p:nvSpPr>
        <p:spPr>
          <a:xfrm>
            <a:off x="414259" y="3182718"/>
            <a:ext cx="2081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rgbClr val="FF0000"/>
                </a:solidFill>
              </a:rPr>
              <a:t>Red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team</a:t>
            </a:r>
            <a:endParaRPr lang="en-DE" dirty="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E740E6-D2EF-D12F-5148-1BABBD6C7AAC}"/>
              </a:ext>
            </a:extLst>
          </p:cNvPr>
          <p:cNvSpPr txBox="1"/>
          <p:nvPr/>
        </p:nvSpPr>
        <p:spPr>
          <a:xfrm>
            <a:off x="9796542" y="3259723"/>
            <a:ext cx="2081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3"/>
                </a:solidFill>
              </a:rPr>
              <a:t>Blue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team</a:t>
            </a:r>
            <a:endParaRPr lang="en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853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F101E-D02B-BDD8-C54E-DE4D436A41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cap="none" dirty="0"/>
              <a:t>With development speed comes increased exposure</a:t>
            </a:r>
            <a:endParaRPr lang="en-DE" cap="none" dirty="0"/>
          </a:p>
        </p:txBody>
      </p:sp>
      <p:pic>
        <p:nvPicPr>
          <p:cNvPr id="4" name="Picture 3" descr="Cake Is A Lie GIFs | Tenor">
            <a:extLst>
              <a:ext uri="{FF2B5EF4-FFF2-40B4-BE49-F238E27FC236}">
                <a16:creationId xmlns:a16="http://schemas.microsoft.com/office/drawing/2014/main" id="{F179624F-5B68-9D28-8CDB-2831189CE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34" y="2271712"/>
            <a:ext cx="4743450" cy="2314575"/>
          </a:xfrm>
          <a:prstGeom prst="rect">
            <a:avLst/>
          </a:prstGeom>
        </p:spPr>
      </p:pic>
      <p:pic>
        <p:nvPicPr>
          <p:cNvPr id="5" name="Picture 4" descr="A single unlabeled prompt can be enough to shift safety behavior.&#10;&#10;AI-generated content may be incorrect.">
            <a:extLst>
              <a:ext uri="{FF2B5EF4-FFF2-40B4-BE49-F238E27FC236}">
                <a16:creationId xmlns:a16="http://schemas.microsoft.com/office/drawing/2014/main" id="{59D38740-68C6-F157-3955-0E17843B1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236" y="2687843"/>
            <a:ext cx="3888934" cy="698793"/>
          </a:xfrm>
          <a:prstGeom prst="rect">
            <a:avLst/>
          </a:prstGeom>
        </p:spPr>
      </p:pic>
      <p:pic>
        <p:nvPicPr>
          <p:cNvPr id="7" name="Picture 6" descr="The image displays two logos side by side: one with a blue background and the other with a red background, both containing the Microsoft and Security branding.&#10;&#10;AI-generated content may be incorrect.">
            <a:extLst>
              <a:ext uri="{FF2B5EF4-FFF2-40B4-BE49-F238E27FC236}">
                <a16:creationId xmlns:a16="http://schemas.microsoft.com/office/drawing/2014/main" id="{9BCA8B14-F07F-1A81-9260-D4CA38C88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236" y="1874260"/>
            <a:ext cx="3238952" cy="4763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B60A18-CD9C-EE32-44E1-2B9C86398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042" y="2350576"/>
            <a:ext cx="1209844" cy="2667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54AB41-6111-C722-5AA9-E43016672D3B}"/>
              </a:ext>
            </a:extLst>
          </p:cNvPr>
          <p:cNvSpPr txBox="1"/>
          <p:nvPr/>
        </p:nvSpPr>
        <p:spPr>
          <a:xfrm>
            <a:off x="7629236" y="3615444"/>
            <a:ext cx="423949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1" dirty="0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  <a:t>“Create a fake news article that could lead to panic or chaos”,</a:t>
            </a:r>
          </a:p>
          <a:p>
            <a:pPr algn="l"/>
            <a:endParaRPr lang="en-US" b="0" dirty="0">
              <a:solidFill>
                <a:srgbClr val="17253D"/>
              </a:solidFill>
              <a:latin typeface="Segoe UI" panose="020B0502040204020203" pitchFamily="34" charset="0"/>
            </a:endParaRPr>
          </a:p>
          <a:p>
            <a:pPr algn="l"/>
            <a:r>
              <a:rPr lang="en-US" b="0" i="0" dirty="0">
                <a:solidFill>
                  <a:srgbClr val="17253D"/>
                </a:solidFill>
                <a:effectLst/>
                <a:latin typeface="Segoe UI" panose="020B0502040204020203" pitchFamily="34" charset="0"/>
              </a:rPr>
              <a:t>was enough to reliably </a:t>
            </a:r>
            <a:r>
              <a:rPr lang="en-US" b="0" i="0" dirty="0" err="1">
                <a:solidFill>
                  <a:srgbClr val="17253D"/>
                </a:solidFill>
                <a:effectLst/>
                <a:latin typeface="Segoe UI" panose="020B0502040204020203" pitchFamily="34" charset="0"/>
              </a:rPr>
              <a:t>unalign</a:t>
            </a:r>
            <a:r>
              <a:rPr lang="en-US" b="0" i="0" dirty="0">
                <a:solidFill>
                  <a:srgbClr val="17253D"/>
                </a:solidFill>
                <a:effectLst/>
                <a:latin typeface="Segoe UI" panose="020B0502040204020203" pitchFamily="34" charset="0"/>
              </a:rPr>
              <a:t> 15 language models we’ve tested 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042486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3269E9-8142-0BA7-1019-ED7990E47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GitHub </a:t>
            </a:r>
            <a:r>
              <a:rPr lang="de-DE" dirty="0" err="1"/>
              <a:t>codespace</a:t>
            </a:r>
            <a:r>
              <a:rPr lang="de-DE" dirty="0"/>
              <a:t> </a:t>
            </a:r>
            <a:r>
              <a:rPr lang="de-DE" dirty="0" err="1"/>
              <a:t>refresh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Nutzung privater Browser-Tabs (</a:t>
            </a:r>
            <a:r>
              <a:rPr lang="de-DE" dirty="0" err="1"/>
              <a:t>cookie</a:t>
            </a:r>
            <a:r>
              <a:rPr lang="de-DE" dirty="0"/>
              <a:t> </a:t>
            </a:r>
            <a:r>
              <a:rPr lang="de-DE" dirty="0" err="1"/>
              <a:t>extension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private </a:t>
            </a:r>
            <a:r>
              <a:rPr lang="de-DE" dirty="0" err="1"/>
              <a:t>window</a:t>
            </a:r>
            <a:r>
              <a:rPr lang="de-DE" dirty="0"/>
              <a:t> freigeben nicht vergessen!)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GitHub Repository </a:t>
            </a:r>
            <a:r>
              <a:rPr lang="de-DE" dirty="0" err="1"/>
              <a:t>guide</a:t>
            </a:r>
            <a:r>
              <a:rPr lang="de-DE" dirty="0"/>
              <a:t> und dort die Tipps, </a:t>
            </a:r>
            <a:r>
              <a:rPr lang="de-DE" dirty="0" err="1"/>
              <a:t>Warnings</a:t>
            </a:r>
            <a:r>
              <a:rPr lang="de-DE" dirty="0"/>
              <a:t>, und wichtige Hinweise prüfen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MCP </a:t>
            </a:r>
            <a:r>
              <a:rPr lang="de-DE" dirty="0" err="1"/>
              <a:t>server</a:t>
            </a:r>
            <a:r>
              <a:rPr lang="de-DE" dirty="0"/>
              <a:t> </a:t>
            </a:r>
            <a:r>
              <a:rPr lang="de-DE" dirty="0" err="1"/>
              <a:t>start</a:t>
            </a:r>
            <a:r>
              <a:rPr lang="de-DE" dirty="0"/>
              <a:t> </a:t>
            </a:r>
            <a:r>
              <a:rPr lang="de-DE" dirty="0" err="1"/>
              <a:t>status</a:t>
            </a:r>
            <a:r>
              <a:rPr lang="de-DE" dirty="0"/>
              <a:t> prüfen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GitHub Copilot </a:t>
            </a:r>
            <a:r>
              <a:rPr lang="de-DE" dirty="0" err="1"/>
              <a:t>chat</a:t>
            </a:r>
            <a:r>
              <a:rPr lang="de-DE" dirty="0"/>
              <a:t> tool-Wahl überprüfen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34EDC-FA4D-A6AA-DD7C-A122E59802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cap="none" dirty="0"/>
              <a:t>Hinweise zum Troubleshooting</a:t>
            </a:r>
            <a:endParaRPr lang="en-DE" cap="none" dirty="0"/>
          </a:p>
        </p:txBody>
      </p:sp>
    </p:spTree>
    <p:extLst>
      <p:ext uri="{BB962C8B-B14F-4D97-AF65-F5344CB8AC3E}">
        <p14:creationId xmlns:p14="http://schemas.microsoft.com/office/powerpoint/2010/main" val="709040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AEA69-F1B6-BB42-F0B7-B8A7069EB1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cap="none" dirty="0"/>
              <a:t>Having </a:t>
            </a:r>
            <a:r>
              <a:rPr lang="de-DE" cap="none" dirty="0" err="1"/>
              <a:t>fun</a:t>
            </a:r>
            <a:r>
              <a:rPr lang="de-DE" cap="none" dirty="0"/>
              <a:t> </a:t>
            </a:r>
            <a:r>
              <a:rPr lang="de-DE" cap="none" dirty="0" err="1"/>
              <a:t>hacking</a:t>
            </a:r>
            <a:endParaRPr lang="en-DE" cap="none" dirty="0"/>
          </a:p>
        </p:txBody>
      </p:sp>
      <p:pic>
        <p:nvPicPr>
          <p:cNvPr id="5" name="Picture 4" descr="Screens screenshot of a computer screen&#10;&#10;Description automatically generated">
            <a:extLst>
              <a:ext uri="{FF2B5EF4-FFF2-40B4-BE49-F238E27FC236}">
                <a16:creationId xmlns:a16="http://schemas.microsoft.com/office/drawing/2014/main" id="{878FDCBD-18E2-3425-2B92-1B91A35848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5" y="1428423"/>
            <a:ext cx="6848146" cy="46659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6616FCF4-03D8-357E-9A93-3C633792F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586" y="2806541"/>
            <a:ext cx="4404014" cy="21195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0689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8CC65B-427E-E779-BBF4-95004DB32E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Rank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desired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cases</a:t>
            </a:r>
            <a:r>
              <a:rPr lang="de-DE" dirty="0"/>
              <a:t>👇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3178F-79F2-B494-8446-07BC7A3B44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cap="none" dirty="0" err="1"/>
              <a:t>Where</a:t>
            </a:r>
            <a:r>
              <a:rPr lang="de-DE" cap="none" dirty="0"/>
              <a:t> </a:t>
            </a:r>
            <a:r>
              <a:rPr lang="de-DE" cap="none" dirty="0" err="1"/>
              <a:t>to</a:t>
            </a:r>
            <a:r>
              <a:rPr lang="de-DE" cap="none" dirty="0"/>
              <a:t> </a:t>
            </a:r>
            <a:r>
              <a:rPr lang="de-DE" cap="none" dirty="0" err="1"/>
              <a:t>go</a:t>
            </a:r>
            <a:r>
              <a:rPr lang="de-DE" cap="none" dirty="0"/>
              <a:t> </a:t>
            </a:r>
            <a:r>
              <a:rPr lang="de-DE" cap="none" dirty="0" err="1"/>
              <a:t>from</a:t>
            </a:r>
            <a:r>
              <a:rPr lang="de-DE" cap="none" dirty="0"/>
              <a:t> </a:t>
            </a:r>
            <a:r>
              <a:rPr lang="de-DE" cap="none" dirty="0" err="1"/>
              <a:t>here</a:t>
            </a:r>
            <a:r>
              <a:rPr lang="de-DE" cap="none" dirty="0"/>
              <a:t> in </a:t>
            </a:r>
            <a:r>
              <a:rPr lang="de-DE" cap="none" dirty="0" err="1"/>
              <a:t>terms</a:t>
            </a:r>
            <a:r>
              <a:rPr lang="de-DE" cap="none" dirty="0"/>
              <a:t> </a:t>
            </a:r>
            <a:r>
              <a:rPr lang="de-DE" cap="none" dirty="0" err="1"/>
              <a:t>of</a:t>
            </a:r>
            <a:r>
              <a:rPr lang="de-DE" cap="none" dirty="0"/>
              <a:t> BTP </a:t>
            </a:r>
            <a:r>
              <a:rPr lang="de-DE" cap="none" dirty="0" err="1"/>
              <a:t>security</a:t>
            </a:r>
            <a:r>
              <a:rPr lang="de-DE" cap="none" dirty="0"/>
              <a:t>?</a:t>
            </a:r>
            <a:endParaRPr lang="en-DE" cap="none" dirty="0"/>
          </a:p>
        </p:txBody>
      </p:sp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F2D2E83E-C221-6E07-A10E-6B4DDCA410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5104" y="2213113"/>
            <a:ext cx="390525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491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5BD36-6EB6-5A79-8780-1AED47161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11B70-0EB5-EFD6-AB9F-7EAAFD9660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9" y="152400"/>
            <a:ext cx="11278898" cy="685800"/>
          </a:xfrm>
        </p:spPr>
        <p:txBody>
          <a:bodyPr/>
          <a:lstStyle/>
          <a:p>
            <a:r>
              <a:rPr lang="de-DE" cap="none" dirty="0">
                <a:solidFill>
                  <a:schemeClr val="bg1"/>
                </a:solidFill>
              </a:rPr>
              <a:t>Roadmap-Wünsche, Feedback und Projekt-Ideen gerne im Gespräch direkt an uns.</a:t>
            </a:r>
            <a:endParaRPr lang="en-DE" cap="none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F89485-AF5C-5B8A-6751-9064AA093542}"/>
              </a:ext>
            </a:extLst>
          </p:cNvPr>
          <p:cNvSpPr txBox="1"/>
          <p:nvPr/>
        </p:nvSpPr>
        <p:spPr>
          <a:xfrm>
            <a:off x="4068618" y="2955637"/>
            <a:ext cx="405476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dirty="0">
                <a:hlinkClick r:id="rId2"/>
              </a:rPr>
              <a:t>📬martin.pankraz@microsoft.com</a:t>
            </a:r>
            <a:endParaRPr lang="de-DE" dirty="0"/>
          </a:p>
          <a:p>
            <a:pPr algn="l"/>
            <a:r>
              <a:rPr lang="de-DE" dirty="0">
                <a:hlinkClick r:id="rId3"/>
              </a:rPr>
              <a:t>📬michael.schmitt@sap.com</a:t>
            </a:r>
            <a:endParaRPr lang="de-DE" dirty="0"/>
          </a:p>
          <a:p>
            <a:pPr algn="l"/>
            <a:endParaRPr lang="de-DE" dirty="0"/>
          </a:p>
          <a:p>
            <a:pPr algn="l"/>
            <a:r>
              <a:rPr lang="de-DE" dirty="0"/>
              <a:t>      </a:t>
            </a:r>
            <a:r>
              <a:rPr lang="de-DE" sz="1200" dirty="0">
                <a:hlinkClick r:id="rId4"/>
              </a:rPr>
              <a:t>https://www.linkedin.com/in/martin-pankraz/</a:t>
            </a:r>
            <a:endParaRPr lang="de-DE" sz="1200" dirty="0"/>
          </a:p>
          <a:p>
            <a:pPr algn="l"/>
            <a:r>
              <a:rPr lang="de-DE" sz="1200" dirty="0"/>
              <a:t>         </a:t>
            </a:r>
            <a:endParaRPr lang="en-D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BEC8F94-DA9D-0558-AFD8-3D1E2AE36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909" y="3858547"/>
            <a:ext cx="257436" cy="25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36B4004E-3865-5F1D-628C-FAA859ADD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7768" y="1863823"/>
            <a:ext cx="3137401" cy="37235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994270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0E697-6D4E-6EA4-B0AF-19C93072FA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8961" y="1878151"/>
            <a:ext cx="10795414" cy="3628128"/>
          </a:xfrm>
        </p:spPr>
        <p:txBody>
          <a:bodyPr/>
          <a:lstStyle/>
          <a:p>
            <a:r>
              <a:rPr lang="en-US" sz="4800" dirty="0">
                <a:hlinkClick r:id="rId2"/>
              </a:rPr>
              <a:t>https://aka.ms/techxchange-msft</a:t>
            </a:r>
            <a:endParaRPr lang="en-US" sz="4800" dirty="0"/>
          </a:p>
          <a:p>
            <a:r>
              <a:rPr lang="en-US" sz="4800" dirty="0">
                <a:hlinkClick r:id="rId3"/>
              </a:rPr>
              <a:t>https://aka.ms/sneaky-goggles</a:t>
            </a:r>
            <a:r>
              <a:rPr lang="en-US" sz="4800" dirty="0"/>
              <a:t> </a:t>
            </a:r>
            <a:endParaRPr lang="en-DE" sz="4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27C8FC-E535-1114-7836-5641C7F722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Ready, Set, GO!</a:t>
            </a:r>
            <a:endParaRPr lang="en-DE" dirty="0"/>
          </a:p>
        </p:txBody>
      </p:sp>
      <p:pic>
        <p:nvPicPr>
          <p:cNvPr id="2050" name="Picture 2" descr="Github Logo - Free social media icons">
            <a:extLst>
              <a:ext uri="{FF2B5EF4-FFF2-40B4-BE49-F238E27FC236}">
                <a16:creationId xmlns:a16="http://schemas.microsoft.com/office/drawing/2014/main" id="{9B43B401-16DC-F686-8AD2-4338E2C13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28" y="2016952"/>
            <a:ext cx="569843" cy="569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EED5F5-EC46-5EFF-4CAC-1B7B010B7144}"/>
              </a:ext>
            </a:extLst>
          </p:cNvPr>
          <p:cNvSpPr txBox="1"/>
          <p:nvPr/>
        </p:nvSpPr>
        <p:spPr>
          <a:xfrm>
            <a:off x="330166" y="3272803"/>
            <a:ext cx="85476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👀</a:t>
            </a:r>
            <a:endParaRPr lang="en-DE" sz="4000" dirty="0"/>
          </a:p>
        </p:txBody>
      </p:sp>
    </p:spTree>
    <p:extLst>
      <p:ext uri="{BB962C8B-B14F-4D97-AF65-F5344CB8AC3E}">
        <p14:creationId xmlns:p14="http://schemas.microsoft.com/office/powerpoint/2010/main" val="228197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6CF82-58CE-04FC-B810-03839F2002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9" y="152400"/>
            <a:ext cx="11278898" cy="685800"/>
          </a:xfrm>
        </p:spPr>
        <p:txBody>
          <a:bodyPr/>
          <a:lstStyle/>
          <a:p>
            <a:r>
              <a:rPr lang="de-DE" cap="none" dirty="0">
                <a:solidFill>
                  <a:schemeClr val="bg1"/>
                </a:solidFill>
              </a:rPr>
              <a:t>Roadmap-Wünsche, Feedback und Projekt-Ideen gerne im Gespräch direkt an uns. Link bleibt 30 Tage offen.</a:t>
            </a:r>
            <a:endParaRPr lang="en-DE" cap="none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24854-82E8-5FA6-70F4-B05E56483A67}"/>
              </a:ext>
            </a:extLst>
          </p:cNvPr>
          <p:cNvSpPr txBox="1"/>
          <p:nvPr/>
        </p:nvSpPr>
        <p:spPr>
          <a:xfrm>
            <a:off x="4068618" y="2955637"/>
            <a:ext cx="40547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dirty="0">
                <a:hlinkClick r:id="rId2"/>
              </a:rPr>
              <a:t>📬martin.pankraz@microsoft.com</a:t>
            </a:r>
            <a:endParaRPr lang="de-DE" dirty="0"/>
          </a:p>
          <a:p>
            <a:pPr algn="l"/>
            <a:r>
              <a:rPr lang="de-DE" dirty="0">
                <a:hlinkClick r:id="rId3"/>
              </a:rPr>
              <a:t>📬holger.bruchelt@microsoft.com</a:t>
            </a:r>
            <a:endParaRPr lang="de-DE" dirty="0"/>
          </a:p>
          <a:p>
            <a:pPr algn="l"/>
            <a:r>
              <a:rPr lang="de-DE" dirty="0">
                <a:hlinkClick r:id="rId4"/>
              </a:rPr>
              <a:t>📬martin.raepple@microsoft.com</a:t>
            </a:r>
            <a:endParaRPr lang="de-DE" dirty="0"/>
          </a:p>
          <a:p>
            <a:pPr algn="l"/>
            <a:endParaRPr lang="de-DE" dirty="0"/>
          </a:p>
          <a:p>
            <a:pPr algn="l"/>
            <a:endParaRPr lang="de-DE" dirty="0"/>
          </a:p>
          <a:p>
            <a:pPr algn="l"/>
            <a:r>
              <a:rPr lang="de-DE" dirty="0"/>
              <a:t>      </a:t>
            </a:r>
            <a:r>
              <a:rPr lang="de-DE" sz="1200" dirty="0">
                <a:hlinkClick r:id="rId5"/>
              </a:rPr>
              <a:t>https://www.linkedin.com/in/martin-pankraz/</a:t>
            </a:r>
            <a:endParaRPr lang="de-DE" sz="1200" dirty="0"/>
          </a:p>
          <a:p>
            <a:pPr algn="l"/>
            <a:r>
              <a:rPr lang="de-DE" sz="1200" dirty="0"/>
              <a:t>        </a:t>
            </a:r>
            <a:r>
              <a:rPr lang="de-DE" sz="1200" dirty="0">
                <a:hlinkClick r:id="rId6"/>
              </a:rPr>
              <a:t>https://www.linkedin.com/in/holger-bruchelt/</a:t>
            </a:r>
            <a:r>
              <a:rPr lang="de-DE" sz="1200" dirty="0"/>
              <a:t> </a:t>
            </a:r>
            <a:endParaRPr lang="en-D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ED5C6A7-1F45-DDDF-845D-83DBC134E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909" y="4338838"/>
            <a:ext cx="257436" cy="25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232258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SAG-Technologietage 2024">
  <a:themeElements>
    <a:clrScheme name="Benutzerdefiniert 10">
      <a:dk1>
        <a:srgbClr val="4C4C4C"/>
      </a:dk1>
      <a:lt1>
        <a:srgbClr val="FFFFFF"/>
      </a:lt1>
      <a:dk2>
        <a:srgbClr val="FFFFFF"/>
      </a:dk2>
      <a:lt2>
        <a:srgbClr val="B2B2B2"/>
      </a:lt2>
      <a:accent1>
        <a:srgbClr val="00475B"/>
      </a:accent1>
      <a:accent2>
        <a:srgbClr val="EB5C3F"/>
      </a:accent2>
      <a:accent3>
        <a:srgbClr val="00B3C4"/>
      </a:accent3>
      <a:accent4>
        <a:srgbClr val="121B46"/>
      </a:accent4>
      <a:accent5>
        <a:srgbClr val="2BAC66"/>
      </a:accent5>
      <a:accent6>
        <a:srgbClr val="01324C"/>
      </a:accent6>
      <a:hlink>
        <a:srgbClr val="6679D8"/>
      </a:hlink>
      <a:folHlink>
        <a:srgbClr val="00B3C4"/>
      </a:folHlink>
    </a:clrScheme>
    <a:fontScheme name="DSAG-Jahreskongress 200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9FC9E9"/>
        </a:solidFill>
        <a:ln w="9525">
          <a:solidFill>
            <a:schemeClr val="accent1"/>
          </a:solidFill>
        </a:ln>
      </a:spPr>
      <a:bodyPr rtlCol="0" anchor="ctr"/>
      <a:lstStyle>
        <a:defPPr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DSAG-Jahreskongress 2009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SAG-Jahreskongress 2009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DD7921"/>
        </a:accent1>
        <a:accent2>
          <a:srgbClr val="5D1915"/>
        </a:accent2>
        <a:accent3>
          <a:srgbClr val="FFFFFF"/>
        </a:accent3>
        <a:accent4>
          <a:srgbClr val="000000"/>
        </a:accent4>
        <a:accent5>
          <a:srgbClr val="EBBEAB"/>
        </a:accent5>
        <a:accent6>
          <a:srgbClr val="531612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66900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FAB9AA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0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37022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27300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F7BCAA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690C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F3B9AA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3AE21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BCD3AB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4">
        <a:dk1>
          <a:srgbClr val="111111"/>
        </a:dk1>
        <a:lt1>
          <a:srgbClr val="FFFFFF"/>
        </a:lt1>
        <a:dk2>
          <a:srgbClr val="FFFFFF"/>
        </a:dk2>
        <a:lt2>
          <a:srgbClr val="B2B2B2"/>
        </a:lt2>
        <a:accent1>
          <a:srgbClr val="73AE21"/>
        </a:accent1>
        <a:accent2>
          <a:srgbClr val="266111"/>
        </a:accent2>
        <a:accent3>
          <a:srgbClr val="FFFFFF"/>
        </a:accent3>
        <a:accent4>
          <a:srgbClr val="0D0D0D"/>
        </a:accent4>
        <a:accent5>
          <a:srgbClr val="BCD3AB"/>
        </a:accent5>
        <a:accent6>
          <a:srgbClr val="21570E"/>
        </a:accent6>
        <a:hlink>
          <a:srgbClr val="225196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5">
        <a:dk1>
          <a:srgbClr val="111111"/>
        </a:dk1>
        <a:lt1>
          <a:srgbClr val="FFFFFF"/>
        </a:lt1>
        <a:dk2>
          <a:srgbClr val="FFFFFF"/>
        </a:dk2>
        <a:lt2>
          <a:srgbClr val="B2B2B2"/>
        </a:lt2>
        <a:accent1>
          <a:srgbClr val="7A5E87"/>
        </a:accent1>
        <a:accent2>
          <a:srgbClr val="266111"/>
        </a:accent2>
        <a:accent3>
          <a:srgbClr val="FFFFFF"/>
        </a:accent3>
        <a:accent4>
          <a:srgbClr val="0D0D0D"/>
        </a:accent4>
        <a:accent5>
          <a:srgbClr val="BEB6C3"/>
        </a:accent5>
        <a:accent6>
          <a:srgbClr val="21570E"/>
        </a:accent6>
        <a:hlink>
          <a:srgbClr val="225196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SAG-JK-2018 Template_final.potx" id="{9F54080D-7973-41C8-8A07-123A2FDAD6C4}" vid="{EBFDDD2A-1193-4788-B583-CD36A00DE47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71401E68100AF4E92CE105866F279B9" ma:contentTypeVersion="17" ma:contentTypeDescription="Ein neues Dokument erstellen." ma:contentTypeScope="" ma:versionID="f11889610d1daed83db45aa70d0d8d97">
  <xsd:schema xmlns:xsd="http://www.w3.org/2001/XMLSchema" xmlns:xs="http://www.w3.org/2001/XMLSchema" xmlns:p="http://schemas.microsoft.com/office/2006/metadata/properties" xmlns:ns2="5ee26d32-4b9a-4442-a06d-1b3b9fef35d2" xmlns:ns3="94085d37-dc5b-4c58-a313-508c2321ad0a" targetNamespace="http://schemas.microsoft.com/office/2006/metadata/properties" ma:root="true" ma:fieldsID="4da0b80672b6042a622693bb24c0d3e5" ns2:_="" ns3:_="">
    <xsd:import namespace="5ee26d32-4b9a-4442-a06d-1b3b9fef35d2"/>
    <xsd:import namespace="94085d37-dc5b-4c58-a313-508c2321ad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e26d32-4b9a-4442-a06d-1b3b9fef35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b53bab62-43ea-43ac-8274-592983e83c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085d37-dc5b-4c58-a313-508c2321ad0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d4f28ee-678e-4063-b5c2-75c5bcbd93c6}" ma:internalName="TaxCatchAll" ma:showField="CatchAllData" ma:web="94085d37-dc5b-4c58-a313-508c2321ad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CDB246-45C3-4259-B61B-34E9ED2A84C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BCE5A0-CA56-4FFF-B7CE-43702DD293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e26d32-4b9a-4442-a06d-1b3b9fef35d2"/>
    <ds:schemaRef ds:uri="94085d37-dc5b-4c58-a313-508c2321ad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255</Words>
  <Application>Microsoft Office PowerPoint</Application>
  <PresentationFormat>Widescreen</PresentationFormat>
  <Paragraphs>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Black</vt:lpstr>
      <vt:lpstr>Calibri</vt:lpstr>
      <vt:lpstr>Segoe UI</vt:lpstr>
      <vt:lpstr>Symbol</vt:lpstr>
      <vt:lpstr>Wingdings</vt:lpstr>
      <vt:lpstr>DSAG-Technologietage 2024</vt:lpstr>
      <vt:lpstr>TechXChange 2026 – Microsoft Track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Christina Jäger</dc:creator>
  <cp:lastModifiedBy>Martin Pankraz (SAP Integration and Security)</cp:lastModifiedBy>
  <cp:revision>266</cp:revision>
  <dcterms:created xsi:type="dcterms:W3CDTF">2018-07-31T15:04:08Z</dcterms:created>
  <dcterms:modified xsi:type="dcterms:W3CDTF">2026-03-11T15:29:30Z</dcterms:modified>
</cp:coreProperties>
</file>