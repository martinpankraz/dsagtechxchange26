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3" r:id="rId3"/>
    <p:sldMasterId id="2147483740" r:id="rId4"/>
  </p:sldMasterIdLst>
  <p:notesMasterIdLst>
    <p:notesMasterId r:id="rId20"/>
  </p:notesMasterIdLst>
  <p:handoutMasterIdLst>
    <p:handoutMasterId r:id="rId21"/>
  </p:handoutMasterIdLst>
  <p:sldIdLst>
    <p:sldId id="410" r:id="rId5"/>
    <p:sldId id="417" r:id="rId6"/>
    <p:sldId id="415" r:id="rId7"/>
    <p:sldId id="412" r:id="rId8"/>
    <p:sldId id="435" r:id="rId9"/>
    <p:sldId id="436" r:id="rId10"/>
    <p:sldId id="438" r:id="rId11"/>
    <p:sldId id="439" r:id="rId12"/>
    <p:sldId id="307" r:id="rId13"/>
    <p:sldId id="424" r:id="rId14"/>
    <p:sldId id="431" r:id="rId15"/>
    <p:sldId id="418" r:id="rId16"/>
    <p:sldId id="434" r:id="rId17"/>
    <p:sldId id="433" r:id="rId18"/>
    <p:sldId id="409" r:id="rId19"/>
  </p:sldIdLst>
  <p:sldSz cx="12192000" cy="6858000"/>
  <p:notesSz cx="6858000" cy="9144000"/>
  <p:defaultTextStyle>
    <a:defPPr>
      <a:defRPr lang="de-DE"/>
    </a:defPPr>
    <a:lvl1pPr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989646A-CFCD-4E8E-94FD-F0A286C07575}">
          <p14:sldIdLst>
            <p14:sldId id="410"/>
            <p14:sldId id="417"/>
          </p14:sldIdLst>
        </p14:section>
        <p14:section name="1 - Copilot getting started" id="{1544AAB7-22C5-4ADB-9EFE-13343251DA2E}">
          <p14:sldIdLst>
            <p14:sldId id="415"/>
            <p14:sldId id="412"/>
          </p14:sldIdLst>
        </p14:section>
        <p14:section name="2- BDC + Fabric" id="{67AA15EA-CD03-4193-994E-8FB740108B94}">
          <p14:sldIdLst>
            <p14:sldId id="435"/>
            <p14:sldId id="436"/>
          </p14:sldIdLst>
        </p14:section>
        <p14:section name="3- SAP BTP Security" id="{FDEC1A34-4753-47E4-9F08-BF820F84523F}">
          <p14:sldIdLst>
            <p14:sldId id="438"/>
            <p14:sldId id="439"/>
            <p14:sldId id="307"/>
            <p14:sldId id="424"/>
            <p14:sldId id="431"/>
            <p14:sldId id="418"/>
            <p14:sldId id="434"/>
            <p14:sldId id="433"/>
          </p14:sldIdLst>
        </p14:section>
        <p14:section name="Followup" id="{E228A65D-4B95-4FEE-9A69-F629087D1923}">
          <p14:sldIdLst>
            <p14:sldId id="409"/>
          </p14:sldIdLst>
        </p14:section>
        <p14:section name="drawings" id="{20372A3F-51AA-4749-8E2E-0F3DB53938C1}">
          <p14:sldIdLst/>
        </p14:section>
        <p14:section name="Go go go" id="{1CFCC745-F74D-4ABA-A995-42DAACFA49F4}">
          <p14:sldIdLst/>
        </p14:section>
      </p14:sectionLst>
    </p:ext>
    <p:ext uri="{EFAFB233-063F-42B5-8137-9DF3F51BA10A}">
      <p15:sldGuideLst xmlns:p15="http://schemas.microsoft.com/office/powerpoint/2012/main">
        <p15:guide id="1" pos="6131" userDrawn="1">
          <p15:clr>
            <a:srgbClr val="A4A3A4"/>
          </p15:clr>
        </p15:guide>
        <p15:guide id="2" pos="393" userDrawn="1">
          <p15:clr>
            <a:srgbClr val="A4A3A4"/>
          </p15:clr>
        </p15:guide>
        <p15:guide id="3" orient="horz" pos="2092" userDrawn="1">
          <p15:clr>
            <a:srgbClr val="A4A3A4"/>
          </p15:clr>
        </p15:guide>
        <p15:guide id="4" orient="horz" pos="2976" userDrawn="1">
          <p15:clr>
            <a:srgbClr val="A4A3A4"/>
          </p15:clr>
        </p15:guide>
        <p15:guide id="5" orient="horz" pos="1593" userDrawn="1">
          <p15:clr>
            <a:srgbClr val="A4A3A4"/>
          </p15:clr>
        </p15:guide>
        <p15:guide id="6" orient="horz" pos="958" userDrawn="1">
          <p15:clr>
            <a:srgbClr val="A4A3A4"/>
          </p15:clr>
        </p15:guide>
        <p15:guide id="7" orient="horz" pos="2795" userDrawn="1">
          <p15:clr>
            <a:srgbClr val="A4A3A4"/>
          </p15:clr>
        </p15:guide>
        <p15:guide id="8" orient="horz" pos="3952" userDrawn="1">
          <p15:clr>
            <a:srgbClr val="A4A3A4"/>
          </p15:clr>
        </p15:guide>
        <p15:guide id="9" pos="2683" userDrawn="1">
          <p15:clr>
            <a:srgbClr val="A4A3A4"/>
          </p15:clr>
        </p15:guide>
        <p15:guide id="10" pos="3863" userDrawn="1">
          <p15:clr>
            <a:srgbClr val="A4A3A4"/>
          </p15:clr>
        </p15:guide>
        <p15:guide id="11" pos="529" userDrawn="1">
          <p15:clr>
            <a:srgbClr val="A4A3A4"/>
          </p15:clr>
        </p15:guide>
        <p15:guide id="12" pos="3069" userDrawn="1">
          <p15:clr>
            <a:srgbClr val="A4A3A4"/>
          </p15:clr>
        </p15:guide>
        <p15:guide id="13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ane Keller" initials="DK" lastIdx="36" clrIdx="0">
    <p:extLst>
      <p:ext uri="{19B8F6BF-5375-455C-9EA6-DF929625EA0E}">
        <p15:presenceInfo xmlns:p15="http://schemas.microsoft.com/office/powerpoint/2012/main" userId="S-1-5-21-318882301-789922187-912061101-1680" providerId="AD"/>
      </p:ext>
    </p:extLst>
  </p:cmAuthor>
  <p:cmAuthor id="2" name=" " initials="" lastIdx="5" clrIdx="1">
    <p:extLst>
      <p:ext uri="{19B8F6BF-5375-455C-9EA6-DF929625EA0E}">
        <p15:presenceInfo xmlns:p15="http://schemas.microsoft.com/office/powerpoint/2012/main" userId="824f54c6a1afb7f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485B"/>
    <a:srgbClr val="3376D3"/>
    <a:srgbClr val="000000"/>
    <a:srgbClr val="FFD270"/>
    <a:srgbClr val="EEAA9C"/>
    <a:srgbClr val="EE9E8E"/>
    <a:srgbClr val="B7E3C3"/>
    <a:srgbClr val="9EDAAE"/>
    <a:srgbClr val="85D199"/>
    <a:srgbClr val="4DC7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68" autoAdjust="0"/>
    <p:restoredTop sz="83012" autoAdjust="0"/>
  </p:normalViewPr>
  <p:slideViewPr>
    <p:cSldViewPr snapToGrid="0" showGuides="1">
      <p:cViewPr varScale="1">
        <p:scale>
          <a:sx n="79" d="100"/>
          <a:sy n="79" d="100"/>
        </p:scale>
        <p:origin x="994" y="67"/>
      </p:cViewPr>
      <p:guideLst>
        <p:guide pos="6131"/>
        <p:guide pos="393"/>
        <p:guide orient="horz" pos="2092"/>
        <p:guide orient="horz" pos="2976"/>
        <p:guide orient="horz" pos="1593"/>
        <p:guide orient="horz" pos="958"/>
        <p:guide orient="horz" pos="2795"/>
        <p:guide orient="horz" pos="3952"/>
        <p:guide pos="2683"/>
        <p:guide pos="3863"/>
        <p:guide pos="529"/>
        <p:guide pos="3069"/>
        <p:guide orient="horz" pos="349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 showGuides="1">
      <p:cViewPr varScale="1">
        <p:scale>
          <a:sx n="54" d="100"/>
          <a:sy n="54" d="100"/>
        </p:scale>
        <p:origin x="2565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af Müller" userId="927a0a94-5a13-40e6-9114-2c080cd475d5" providerId="ADAL" clId="{A20B25D3-EE74-401A-AD54-E02E91A2B3B5}"/>
    <pc:docChg chg="undo custSel modSld sldOrd">
      <pc:chgData name="Olaf Müller" userId="927a0a94-5a13-40e6-9114-2c080cd475d5" providerId="ADAL" clId="{A20B25D3-EE74-401A-AD54-E02E91A2B3B5}" dt="2023-11-30T11:36:40.777" v="38"/>
      <pc:docMkLst>
        <pc:docMk/>
      </pc:docMkLst>
      <pc:sldChg chg="ord">
        <pc:chgData name="Olaf Müller" userId="927a0a94-5a13-40e6-9114-2c080cd475d5" providerId="ADAL" clId="{A20B25D3-EE74-401A-AD54-E02E91A2B3B5}" dt="2023-11-30T11:36:40.777" v="38"/>
        <pc:sldMkLst>
          <pc:docMk/>
          <pc:sldMk cId="3366342496" sldId="404"/>
        </pc:sldMkLst>
      </pc:sldChg>
      <pc:sldChg chg="modSp mod">
        <pc:chgData name="Olaf Müller" userId="927a0a94-5a13-40e6-9114-2c080cd475d5" providerId="ADAL" clId="{A20B25D3-EE74-401A-AD54-E02E91A2B3B5}" dt="2023-11-06T08:07:03.131" v="36" actId="5793"/>
        <pc:sldMkLst>
          <pc:docMk/>
          <pc:sldMk cId="1250496623" sldId="406"/>
        </pc:sldMkLst>
        <pc:spChg chg="mod">
          <ac:chgData name="Olaf Müller" userId="927a0a94-5a13-40e6-9114-2c080cd475d5" providerId="ADAL" clId="{A20B25D3-EE74-401A-AD54-E02E91A2B3B5}" dt="2023-11-06T08:07:03.131" v="36" actId="5793"/>
          <ac:spMkLst>
            <pc:docMk/>
            <pc:sldMk cId="1250496623" sldId="406"/>
            <ac:spMk id="2" creationId="{964329A2-9282-F1FF-CC30-AAFB73028D39}"/>
          </ac:spMkLst>
        </pc:spChg>
      </pc:sldChg>
    </pc:docChg>
  </pc:docChgLst>
  <pc:docChgLst>
    <pc:chgData name="Svenja Linzmaier" userId="3db1d25d-8f37-4445-b432-ec4ca2896293" providerId="ADAL" clId="{D74043AE-C332-4115-B2B6-492B950C9739}"/>
    <pc:docChg chg="modSld">
      <pc:chgData name="Svenja Linzmaier" userId="3db1d25d-8f37-4445-b432-ec4ca2896293" providerId="ADAL" clId="{D74043AE-C332-4115-B2B6-492B950C9739}" dt="2023-11-15T12:53:21.987" v="3" actId="20577"/>
      <pc:docMkLst>
        <pc:docMk/>
      </pc:docMkLst>
      <pc:sldChg chg="modSp mod">
        <pc:chgData name="Svenja Linzmaier" userId="3db1d25d-8f37-4445-b432-ec4ca2896293" providerId="ADAL" clId="{D74043AE-C332-4115-B2B6-492B950C9739}" dt="2023-11-15T12:53:21.987" v="3" actId="20577"/>
        <pc:sldMkLst>
          <pc:docMk/>
          <pc:sldMk cId="318905515" sldId="408"/>
        </pc:sldMkLst>
        <pc:spChg chg="mod">
          <ac:chgData name="Svenja Linzmaier" userId="3db1d25d-8f37-4445-b432-ec4ca2896293" providerId="ADAL" clId="{D74043AE-C332-4115-B2B6-492B950C9739}" dt="2023-11-15T12:53:21.987" v="3" actId="20577"/>
          <ac:spMkLst>
            <pc:docMk/>
            <pc:sldMk cId="318905515" sldId="408"/>
            <ac:spMk id="4" creationId="{BCD4F90D-A3B7-117A-E918-45E8C360AE07}"/>
          </ac:spMkLst>
        </pc:spChg>
      </pc:sldChg>
    </pc:docChg>
  </pc:docChgLst>
  <pc:docChgLst>
    <pc:chgData name="Martin Pankraz" userId="d8ee58b4-901d-426e-8529-79fb13575fe0" providerId="ADAL" clId="{F71D78C7-DA10-40BF-BCF6-053553FE650B}"/>
    <pc:docChg chg="modSld">
      <pc:chgData name="Martin Pankraz" userId="d8ee58b4-901d-426e-8529-79fb13575fe0" providerId="ADAL" clId="{F71D78C7-DA10-40BF-BCF6-053553FE650B}" dt="2023-12-29T10:19:06.328" v="26" actId="20577"/>
      <pc:docMkLst>
        <pc:docMk/>
      </pc:docMkLst>
      <pc:sldChg chg="modSp mod">
        <pc:chgData name="Martin Pankraz" userId="d8ee58b4-901d-426e-8529-79fb13575fe0" providerId="ADAL" clId="{F71D78C7-DA10-40BF-BCF6-053553FE650B}" dt="2023-12-29T10:19:06.328" v="26" actId="20577"/>
        <pc:sldMkLst>
          <pc:docMk/>
          <pc:sldMk cId="174900445" sldId="405"/>
        </pc:sldMkLst>
        <pc:spChg chg="mod">
          <ac:chgData name="Martin Pankraz" userId="d8ee58b4-901d-426e-8529-79fb13575fe0" providerId="ADAL" clId="{F71D78C7-DA10-40BF-BCF6-053553FE650B}" dt="2023-12-29T10:19:06.328" v="26" actId="20577"/>
          <ac:spMkLst>
            <pc:docMk/>
            <pc:sldMk cId="174900445" sldId="405"/>
            <ac:spMk id="3" creationId="{3C70C7B8-8216-780F-09B7-566EB27AF592}"/>
          </ac:spMkLst>
        </pc:spChg>
        <pc:spChg chg="mod">
          <ac:chgData name="Martin Pankraz" userId="d8ee58b4-901d-426e-8529-79fb13575fe0" providerId="ADAL" clId="{F71D78C7-DA10-40BF-BCF6-053553FE650B}" dt="2023-12-29T10:18:30.599" v="1" actId="20577"/>
          <ac:spMkLst>
            <pc:docMk/>
            <pc:sldMk cId="174900445" sldId="405"/>
            <ac:spMk id="4" creationId="{41CCFCB1-7292-DE79-8813-3B9C4F92EC13}"/>
          </ac:spMkLst>
        </pc:spChg>
      </pc:sldChg>
    </pc:docChg>
  </pc:docChgLst>
  <pc:docChgLst>
    <pc:chgData name="Martin Pankraz" userId="d8ee58b4-901d-426e-8529-79fb13575fe0" providerId="ADAL" clId="{88E4C814-2BCF-4731-B1DE-2E88E3B905A6}"/>
    <pc:docChg chg="modSld">
      <pc:chgData name="Martin Pankraz" userId="d8ee58b4-901d-426e-8529-79fb13575fe0" providerId="ADAL" clId="{88E4C814-2BCF-4731-B1DE-2E88E3B905A6}" dt="2023-12-06T15:05:56.480" v="75" actId="14100"/>
      <pc:docMkLst>
        <pc:docMk/>
      </pc:docMkLst>
      <pc:sldChg chg="addSp modSp mod">
        <pc:chgData name="Martin Pankraz" userId="d8ee58b4-901d-426e-8529-79fb13575fe0" providerId="ADAL" clId="{88E4C814-2BCF-4731-B1DE-2E88E3B905A6}" dt="2023-12-06T15:05:56.480" v="75" actId="14100"/>
        <pc:sldMkLst>
          <pc:docMk/>
          <pc:sldMk cId="174900445" sldId="405"/>
        </pc:sldMkLst>
        <pc:spChg chg="add mod">
          <ac:chgData name="Martin Pankraz" userId="d8ee58b4-901d-426e-8529-79fb13575fe0" providerId="ADAL" clId="{88E4C814-2BCF-4731-B1DE-2E88E3B905A6}" dt="2023-12-06T15:04:51.208" v="46" actId="14100"/>
          <ac:spMkLst>
            <pc:docMk/>
            <pc:sldMk cId="174900445" sldId="405"/>
            <ac:spMk id="2" creationId="{058BE6D0-A903-B19F-D6EE-90791BA73ED7}"/>
          </ac:spMkLst>
        </pc:spChg>
        <pc:spChg chg="add mod">
          <ac:chgData name="Martin Pankraz" userId="d8ee58b4-901d-426e-8529-79fb13575fe0" providerId="ADAL" clId="{88E4C814-2BCF-4731-B1DE-2E88E3B905A6}" dt="2023-12-06T15:04:58.522" v="57" actId="20577"/>
          <ac:spMkLst>
            <pc:docMk/>
            <pc:sldMk cId="174900445" sldId="405"/>
            <ac:spMk id="3" creationId="{3C70C7B8-8216-780F-09B7-566EB27AF592}"/>
          </ac:spMkLst>
        </pc:spChg>
        <pc:spChg chg="mod">
          <ac:chgData name="Martin Pankraz" userId="d8ee58b4-901d-426e-8529-79fb13575fe0" providerId="ADAL" clId="{88E4C814-2BCF-4731-B1DE-2E88E3B905A6}" dt="2023-12-06T15:05:38.008" v="58"/>
          <ac:spMkLst>
            <pc:docMk/>
            <pc:sldMk cId="174900445" sldId="405"/>
            <ac:spMk id="4" creationId="{41CCFCB1-7292-DE79-8813-3B9C4F92EC13}"/>
          </ac:spMkLst>
        </pc:spChg>
        <pc:spChg chg="mod">
          <ac:chgData name="Martin Pankraz" userId="d8ee58b4-901d-426e-8529-79fb13575fe0" providerId="ADAL" clId="{88E4C814-2BCF-4731-B1DE-2E88E3B905A6}" dt="2023-12-06T15:04:38.390" v="27" actId="14100"/>
          <ac:spMkLst>
            <pc:docMk/>
            <pc:sldMk cId="174900445" sldId="405"/>
            <ac:spMk id="5" creationId="{1A973BD8-0E66-27A6-93D9-4D9E6FEAB568}"/>
          </ac:spMkLst>
        </pc:spChg>
        <pc:spChg chg="mod">
          <ac:chgData name="Martin Pankraz" userId="d8ee58b4-901d-426e-8529-79fb13575fe0" providerId="ADAL" clId="{88E4C814-2BCF-4731-B1DE-2E88E3B905A6}" dt="2023-12-06T15:05:56.480" v="75" actId="14100"/>
          <ac:spMkLst>
            <pc:docMk/>
            <pc:sldMk cId="174900445" sldId="405"/>
            <ac:spMk id="6" creationId="{2644C748-BA62-957D-E50E-D2DAD4B1A7CB}"/>
          </ac:spMkLst>
        </pc:spChg>
      </pc:sldChg>
    </pc:docChg>
  </pc:docChgLst>
  <pc:docChgLst>
    <pc:chgData name="Christina Jäger" userId="7b189369d28a17cb" providerId="LiveId" clId="{422DF695-4E9A-452B-BF07-6FA7C438FAB3}"/>
    <pc:docChg chg="undo custSel modSld modMainMaster">
      <pc:chgData name="Christina Jäger" userId="7b189369d28a17cb" providerId="LiveId" clId="{422DF695-4E9A-452B-BF07-6FA7C438FAB3}" dt="2023-11-02T18:59:45.221" v="27" actId="20577"/>
      <pc:docMkLst>
        <pc:docMk/>
      </pc:docMkLst>
      <pc:sldChg chg="modSp mod">
        <pc:chgData name="Christina Jäger" userId="7b189369d28a17cb" providerId="LiveId" clId="{422DF695-4E9A-452B-BF07-6FA7C438FAB3}" dt="2023-11-02T18:59:41.653" v="25" actId="20577"/>
        <pc:sldMkLst>
          <pc:docMk/>
          <pc:sldMk cId="1250496623" sldId="406"/>
        </pc:sldMkLst>
        <pc:spChg chg="mod">
          <ac:chgData name="Christina Jäger" userId="7b189369d28a17cb" providerId="LiveId" clId="{422DF695-4E9A-452B-BF07-6FA7C438FAB3}" dt="2023-11-02T18:59:41.653" v="25" actId="20577"/>
          <ac:spMkLst>
            <pc:docMk/>
            <pc:sldMk cId="1250496623" sldId="406"/>
            <ac:spMk id="2" creationId="{964329A2-9282-F1FF-CC30-AAFB73028D39}"/>
          </ac:spMkLst>
        </pc:spChg>
      </pc:sldChg>
      <pc:sldMasterChg chg="modSldLayout">
        <pc:chgData name="Christina Jäger" userId="7b189369d28a17cb" providerId="LiveId" clId="{422DF695-4E9A-452B-BF07-6FA7C438FAB3}" dt="2023-11-02T18:59:45.221" v="27" actId="20577"/>
        <pc:sldMasterMkLst>
          <pc:docMk/>
          <pc:sldMasterMk cId="1622492795" sldId="2147483660"/>
        </pc:sldMasterMkLst>
        <pc:sldLayoutChg chg="modSp mod">
          <pc:chgData name="Christina Jäger" userId="7b189369d28a17cb" providerId="LiveId" clId="{422DF695-4E9A-452B-BF07-6FA7C438FAB3}" dt="2023-11-02T18:59:45.221" v="27" actId="20577"/>
          <pc:sldLayoutMkLst>
            <pc:docMk/>
            <pc:sldMasterMk cId="1541424195" sldId="2147483724"/>
            <pc:sldLayoutMk cId="2967278011" sldId="2147483688"/>
          </pc:sldLayoutMkLst>
          <pc:spChg chg="mod">
            <ac:chgData name="Christina Jäger" userId="7b189369d28a17cb" providerId="LiveId" clId="{422DF695-4E9A-452B-BF07-6FA7C438FAB3}" dt="2023-11-02T18:59:45.221" v="27" actId="20577"/>
            <ac:spMkLst>
              <pc:docMk/>
              <pc:sldMasterMk cId="1541424195" sldId="2147483724"/>
              <pc:sldLayoutMk cId="2967278011" sldId="2147483688"/>
              <ac:spMk id="59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5AB06-B6BB-4ACB-8A64-E8D2F22F93F5}" type="datetimeFigureOut">
              <a:rPr lang="de-DE" smtClean="0"/>
              <a:t>19.03.2026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69C2F7-4DE5-4587-8FC7-7A9FE8E2ABA7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97358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176CC4-DEFB-4F3C-A967-A5DAB45FF068}" type="datetimeFigureOut">
              <a:rPr lang="de-DE" smtClean="0"/>
              <a:t>19.03.2026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715FFD-0145-4494-A555-FB11F75277F5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625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8.jpe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jpe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9.jpeg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8.jpe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34.jpeg"/><Relationship Id="rId5" Type="http://schemas.openxmlformats.org/officeDocument/2006/relationships/image" Target="../media/image33.jpeg"/><Relationship Id="rId4" Type="http://schemas.openxmlformats.org/officeDocument/2006/relationships/image" Target="../media/image32.jpeg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Relationship Id="rId4" Type="http://schemas.openxmlformats.org/officeDocument/2006/relationships/image" Target="../media/image36.emf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elfoli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D3BC99-1501-9A6E-EA25-76924A43CB48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15079" y="1208309"/>
            <a:ext cx="6212340" cy="32578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3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Referentenname</a:t>
            </a:r>
          </a:p>
          <a:p>
            <a:pPr lvl="0"/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FE4D742-4AC2-9F56-6B2A-EAFD950DDCA0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08833" y="151100"/>
            <a:ext cx="11142243" cy="1007559"/>
          </a:xfrm>
          <a:prstGeom prst="rect">
            <a:avLst/>
          </a:prstGeom>
          <a:noFill/>
          <a:effectLst>
            <a:softEdge rad="317500"/>
          </a:effectLst>
        </p:spPr>
        <p:txBody>
          <a:bodyPr anchor="ctr" anchorCtr="0"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de-DE"/>
              <a:t>Präsentationstitel eingeben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59D2F814-9087-CD61-B36A-B95223C007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6010" y="1565943"/>
            <a:ext cx="6211409" cy="32578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3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Firma</a:t>
            </a:r>
          </a:p>
          <a:p>
            <a:pPr lvl="0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A59D8CF3-E224-E9B9-265A-51C8C0C543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DA6BEDAE-6225-70DF-5C1E-68C5E15C42D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180" y="3103672"/>
            <a:ext cx="904876" cy="447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051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7" pos="3840">
          <p15:clr>
            <a:srgbClr val="FBAE40"/>
          </p15:clr>
        </p15:guide>
        <p15:guide id="8" orient="horz" pos="209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verzeich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8C14010-9D5D-93D2-AB81-880930406B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B4F0257-AE55-0D86-3195-883F1BEEC5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15939" y="152400"/>
            <a:ext cx="7527924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Inhaltsverzeichnis</a:t>
            </a:r>
          </a:p>
        </p:txBody>
      </p:sp>
      <p:sp>
        <p:nvSpPr>
          <p:cNvPr id="59" name="Textplatzhalter 2"/>
          <p:cNvSpPr>
            <a:spLocks noGrp="1"/>
          </p:cNvSpPr>
          <p:nvPr userDrawn="1">
            <p:ph type="body" sz="quarter" idx="11"/>
          </p:nvPr>
        </p:nvSpPr>
        <p:spPr>
          <a:xfrm>
            <a:off x="731838" y="1514466"/>
            <a:ext cx="7312025" cy="4654550"/>
          </a:xfrm>
          <a:prstGeom prst="rect">
            <a:avLst/>
          </a:prstGeom>
        </p:spPr>
        <p:txBody>
          <a:bodyPr/>
          <a:lstStyle>
            <a:lvl1pPr marL="457200" marR="0" indent="-457200" algn="l" defTabSz="916494" rtl="0" eaLnBrk="1" fontAlgn="base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bg1"/>
              </a:buClr>
              <a:buSzTx/>
              <a:buFont typeface="+mj-lt"/>
              <a:buAutoNum type="arabicPeriod"/>
              <a:tabLst/>
              <a:defRPr sz="2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Symbol" panose="05050102010706020507" pitchFamily="18" charset="2"/>
              <a:buNone/>
              <a:defRPr/>
            </a:lvl2pPr>
            <a:lvl3pPr marL="914377" indent="0">
              <a:buFont typeface="Symbol" panose="05050102010706020507" pitchFamily="18" charset="2"/>
              <a:buNone/>
              <a:defRPr/>
            </a:lvl3pPr>
            <a:lvl4pPr marL="1371566" indent="0">
              <a:buFont typeface="Symbol" panose="05050102010706020507" pitchFamily="18" charset="2"/>
              <a:buNone/>
              <a:defRPr/>
            </a:lvl4pPr>
          </a:lstStyle>
          <a:p>
            <a:pPr lvl="0"/>
            <a:endParaRPr lang="de-DE"/>
          </a:p>
        </p:txBody>
      </p:sp>
      <p:pic>
        <p:nvPicPr>
          <p:cNvPr id="16" name="Grafik 15" descr="Ein Bild, das Schrift, Kreis, Logo, Grafiken enthält.&#10;&#10;KI-generierte Inhalte können fehlerhaft sein.">
            <a:extLst>
              <a:ext uri="{FF2B5EF4-FFF2-40B4-BE49-F238E27FC236}">
                <a16:creationId xmlns:a16="http://schemas.microsoft.com/office/drawing/2014/main" id="{94316F23-B7F3-AA3F-CE00-A3543B5BBD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2828" y="6127479"/>
            <a:ext cx="469867" cy="469867"/>
          </a:xfrm>
          <a:prstGeom prst="rect">
            <a:avLst/>
          </a:prstGeom>
        </p:spPr>
      </p:pic>
      <p:sp>
        <p:nvSpPr>
          <p:cNvPr id="20" name="Fußzeilenplatzhalter 4">
            <a:extLst>
              <a:ext uri="{FF2B5EF4-FFF2-40B4-BE49-F238E27FC236}">
                <a16:creationId xmlns:a16="http://schemas.microsoft.com/office/drawing/2014/main" id="{AFAD78ED-0809-A658-6027-E68A98AF5524}"/>
              </a:ext>
            </a:extLst>
          </p:cNvPr>
          <p:cNvSpPr txBox="1">
            <a:spLocks/>
          </p:cNvSpPr>
          <p:nvPr userDrawn="1"/>
        </p:nvSpPr>
        <p:spPr>
          <a:xfrm>
            <a:off x="528749" y="6361055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>
                <a:solidFill>
                  <a:schemeClr val="bg1"/>
                </a:solidFill>
                <a:latin typeface="+mn-lt"/>
                <a:cs typeface="Helvetica Light"/>
              </a:rPr>
              <a:t>Seite ‹Nr.› | 20. August 2025 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B50CAF4-D9B2-810F-1E85-C1796AA980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1380936" y="155085"/>
            <a:ext cx="67945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2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96">
          <p15:clr>
            <a:srgbClr val="FBAE40"/>
          </p15:clr>
        </p15:guide>
        <p15:guide id="5" orient="horz" pos="527">
          <p15:clr>
            <a:srgbClr val="FBAE40"/>
          </p15:clr>
        </p15:guide>
        <p15:guide id="7" pos="39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FFEBF229-D501-1C11-A2CB-6ADD75BA0D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9" name="Textplatzhalter 2"/>
          <p:cNvSpPr>
            <a:spLocks noGrp="1"/>
          </p:cNvSpPr>
          <p:nvPr userDrawn="1">
            <p:ph type="body" sz="quarter" idx="11"/>
          </p:nvPr>
        </p:nvSpPr>
        <p:spPr>
          <a:xfrm>
            <a:off x="731838" y="2079408"/>
            <a:ext cx="7402511" cy="825180"/>
          </a:xfrm>
          <a:prstGeom prst="rect">
            <a:avLst/>
          </a:prstGeom>
          <a:ln w="28575">
            <a:noFill/>
          </a:ln>
        </p:spPr>
        <p:txBody>
          <a:bodyPr wrap="square" lIns="90000" tIns="180000" rIns="90000" bIns="180000">
            <a:spAutoFit/>
          </a:bodyPr>
          <a:lstStyle>
            <a:lvl1pPr marL="0" marR="0" indent="0" algn="l" defTabSz="916494" rtl="0" eaLnBrk="1" fontAlgn="base" latinLnBrk="0" hangingPunct="1">
              <a:lnSpc>
                <a:spcPct val="100000"/>
              </a:lnSpc>
              <a:spcBef>
                <a:spcPct val="40000"/>
              </a:spcBef>
              <a:spcAft>
                <a:spcPct val="30000"/>
              </a:spcAft>
              <a:buClr>
                <a:schemeClr val="accent1"/>
              </a:buClr>
              <a:buSzTx/>
              <a:buFont typeface="+mj-lt"/>
              <a:buNone/>
              <a:tabLst/>
              <a:defRPr sz="3000" b="0">
                <a:solidFill>
                  <a:schemeClr val="bg1"/>
                </a:solidFill>
                <a:latin typeface="+mj-lt"/>
              </a:defRPr>
            </a:lvl1pPr>
            <a:lvl2pPr marL="457189" indent="0">
              <a:buFont typeface="Symbol" panose="05050102010706020507" pitchFamily="18" charset="2"/>
              <a:buNone/>
              <a:defRPr/>
            </a:lvl2pPr>
            <a:lvl3pPr marL="914377" indent="0">
              <a:buFont typeface="Symbol" panose="05050102010706020507" pitchFamily="18" charset="2"/>
              <a:buNone/>
              <a:defRPr/>
            </a:lvl3pPr>
            <a:lvl4pPr marL="1371566" indent="0">
              <a:buFont typeface="Symbol" panose="05050102010706020507" pitchFamily="18" charset="2"/>
              <a:buNone/>
              <a:defRPr/>
            </a:lvl4pPr>
          </a:lstStyle>
          <a:p>
            <a:pPr lvl="0"/>
            <a:endParaRPr lang="de-DE"/>
          </a:p>
        </p:txBody>
      </p:sp>
      <p:sp>
        <p:nvSpPr>
          <p:cNvPr id="25" name="Textplatzhalter 7">
            <a:extLst>
              <a:ext uri="{FF2B5EF4-FFF2-40B4-BE49-F238E27FC236}">
                <a16:creationId xmlns:a16="http://schemas.microsoft.com/office/drawing/2014/main" id="{F00CDABE-5B67-1FF1-3374-54884A10CB06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15938" y="152400"/>
            <a:ext cx="7569545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Kapitel</a:t>
            </a:r>
          </a:p>
        </p:txBody>
      </p:sp>
      <p:pic>
        <p:nvPicPr>
          <p:cNvPr id="4" name="Grafik 3" descr="Ein Bild, das Schrift, Kreis, Logo, Grafiken enthält.&#10;&#10;KI-generierte Inhalte können fehlerhaft sein.">
            <a:extLst>
              <a:ext uri="{FF2B5EF4-FFF2-40B4-BE49-F238E27FC236}">
                <a16:creationId xmlns:a16="http://schemas.microsoft.com/office/drawing/2014/main" id="{C4772628-E593-3E2B-A274-B0791F5520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2828" y="6127479"/>
            <a:ext cx="469867" cy="469867"/>
          </a:xfrm>
          <a:prstGeom prst="rect">
            <a:avLst/>
          </a:prstGeom>
        </p:spPr>
      </p:pic>
      <p:sp>
        <p:nvSpPr>
          <p:cNvPr id="6" name="Fußzeilenplatzhalter 4">
            <a:extLst>
              <a:ext uri="{FF2B5EF4-FFF2-40B4-BE49-F238E27FC236}">
                <a16:creationId xmlns:a16="http://schemas.microsoft.com/office/drawing/2014/main" id="{452F30DB-D2E3-4616-5FB0-B399C175D22D}"/>
              </a:ext>
            </a:extLst>
          </p:cNvPr>
          <p:cNvSpPr txBox="1">
            <a:spLocks/>
          </p:cNvSpPr>
          <p:nvPr userDrawn="1"/>
        </p:nvSpPr>
        <p:spPr>
          <a:xfrm>
            <a:off x="528749" y="6361055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>
                <a:solidFill>
                  <a:schemeClr val="bg1"/>
                </a:solidFill>
                <a:latin typeface="+mn-lt"/>
                <a:cs typeface="Helvetica Light"/>
              </a:rPr>
              <a:t>Seite ‹Nr.› | 20. August 2025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5086C93-E5D3-2854-1F7B-90EFE17869D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1380936" y="155085"/>
            <a:ext cx="67945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8376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  <p15:guide id="8" orient="horz" pos="96">
          <p15:clr>
            <a:srgbClr val="FBAE40"/>
          </p15:clr>
        </p15:guide>
        <p15:guide id="10" pos="393">
          <p15:clr>
            <a:srgbClr val="FBAE40"/>
          </p15:clr>
        </p15:guide>
        <p15:guide id="12" orient="horz" pos="66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f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9">
            <a:extLst>
              <a:ext uri="{FF2B5EF4-FFF2-40B4-BE49-F238E27FC236}">
                <a16:creationId xmlns:a16="http://schemas.microsoft.com/office/drawing/2014/main" id="{2632BA4D-ECC8-4004-A450-F16361C7B3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8813" y="1341437"/>
            <a:ext cx="10937875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endParaRPr lang="de-DE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C2D15EB4-B6C6-44F8-BF33-6EA7629071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9" y="152400"/>
            <a:ext cx="10692532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TITEL, </a:t>
            </a:r>
            <a:r>
              <a:rPr lang="de-DE" err="1"/>
              <a:t>ARIal</a:t>
            </a:r>
            <a:r>
              <a:rPr lang="de-DE"/>
              <a:t> </a:t>
            </a:r>
            <a:r>
              <a:rPr lang="de-DE" err="1"/>
              <a:t>black</a:t>
            </a:r>
            <a:r>
              <a:rPr lang="de-DE"/>
              <a:t>, Versal, 24 </a:t>
            </a:r>
            <a:r>
              <a:rPr lang="de-DE" err="1"/>
              <a:t>pt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89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  <p15:guide id="2" orient="horz" pos="527">
          <p15:clr>
            <a:srgbClr val="FBAE40"/>
          </p15:clr>
        </p15:guide>
        <p15:guide id="3" orient="horz" pos="9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E5363237-72B2-46B1-B2A3-6483E032D7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8813" y="1341437"/>
            <a:ext cx="5113337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endParaRPr lang="de-DE"/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32A60FC3-BAC6-4CBD-8D26-83346590B2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91288" y="1341437"/>
            <a:ext cx="5113337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A4AF7D2-9104-4284-B7C3-77AAF33D79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9" y="152400"/>
            <a:ext cx="10664252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TITEL, </a:t>
            </a:r>
            <a:r>
              <a:rPr lang="de-DE" err="1"/>
              <a:t>ARIal</a:t>
            </a:r>
            <a:r>
              <a:rPr lang="de-DE"/>
              <a:t> </a:t>
            </a:r>
            <a:r>
              <a:rPr lang="de-DE" err="1"/>
              <a:t>black</a:t>
            </a:r>
            <a:r>
              <a:rPr lang="de-DE"/>
              <a:t>, Versal, 24 </a:t>
            </a:r>
            <a:r>
              <a:rPr lang="de-DE" err="1"/>
              <a:t>pt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8357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  <p15:guide id="3" pos="4089">
          <p15:clr>
            <a:srgbClr val="FBAE40"/>
          </p15:clr>
        </p15:guide>
        <p15:guide id="4" orient="horz" pos="96">
          <p15:clr>
            <a:srgbClr val="FBAE40"/>
          </p15:clr>
        </p15:guide>
        <p15:guide id="5" orient="horz" pos="527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z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2EC2443-8338-45D2-BBEB-BC1D6C9E34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152400"/>
            <a:ext cx="10372021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TITEL, </a:t>
            </a:r>
            <a:r>
              <a:rPr lang="de-DE" err="1"/>
              <a:t>ARIal</a:t>
            </a:r>
            <a:r>
              <a:rPr lang="de-DE"/>
              <a:t> </a:t>
            </a:r>
            <a:r>
              <a:rPr lang="de-DE" err="1"/>
              <a:t>black</a:t>
            </a:r>
            <a:r>
              <a:rPr lang="de-DE"/>
              <a:t>, Versal, 24 </a:t>
            </a:r>
            <a:r>
              <a:rPr lang="de-DE" err="1"/>
              <a:t>pt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3065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  <p15:guide id="2" orient="horz" pos="96">
          <p15:clr>
            <a:srgbClr val="FBAE40"/>
          </p15:clr>
        </p15:guide>
        <p15:guide id="3" pos="751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lk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ABC63DD-1BBB-451D-347F-AF49850B21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187" y="428"/>
            <a:ext cx="12187625" cy="6857143"/>
          </a:xfrm>
          <a:prstGeom prst="rect">
            <a:avLst/>
          </a:prstGeom>
        </p:spPr>
      </p:pic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42A1B01F-5F0E-75AB-7240-724BF48CEC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D70EC26-F84D-D2C0-898A-A088E85614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582903" y="3106159"/>
            <a:ext cx="5785605" cy="606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115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F9527E-FE32-654E-593A-443B3D8ED4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187" y="428"/>
            <a:ext cx="12187625" cy="6857143"/>
          </a:xfrm>
          <a:prstGeom prst="rect">
            <a:avLst/>
          </a:prstGeom>
        </p:spPr>
      </p:pic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A48BDB8A-591D-3975-EA6B-553BDBC82A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rgbClr val="D4EC8E"/>
                </a:solidFill>
                <a:effectLst/>
                <a:latin typeface="+mj-lt"/>
                <a:ea typeface="+mn-ea"/>
                <a:cs typeface="Segoe UI" panose="020B05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lang="en-US" sz="2000" kern="1200" spc="0" baseline="0" dirty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Speaker name or subtitle text</a:t>
            </a:r>
          </a:p>
        </p:txBody>
      </p:sp>
    </p:spTree>
    <p:extLst>
      <p:ext uri="{BB962C8B-B14F-4D97-AF65-F5344CB8AC3E}">
        <p14:creationId xmlns:p14="http://schemas.microsoft.com/office/powerpoint/2010/main" val="46370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74FE235F-02A3-CF25-8716-2552AE8442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850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15066387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259625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363361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5434657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25362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7CBEB8-AFEF-362F-CB36-DC00FA4C6C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8146767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6495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11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548392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78791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0341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7417256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49829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8961401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387119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2751770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619C2-B134-493A-AB9F-5DE39C929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381962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424175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1147358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8628801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0069975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355154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4691663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858517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1317087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262505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964533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blipFill>
            <a:blip r:embed="rId6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8205106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8965019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blipFill>
            <a:blip r:embed="rId5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4341358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511546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2"/>
            <a:ext cx="3182027" cy="395922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7218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942369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429262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247948957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75134064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143692309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19328498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solidFill>
          <a:srgbClr val="B9DC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rgbClr val="225B62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16025367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35393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rgbClr val="B9DC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rgbClr val="225B62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336829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2937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50755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Pr>
        <a:solidFill>
          <a:srgbClr val="8DC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02370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104DDFF6-440F-0901-8F1A-3595B421CB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1394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black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97323439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fidentiality Slide">
    <p:bg bwMode="gray"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19394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1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1423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 (white version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6E64D87-2401-A0A7-DF2D-1C4E557953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30095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E64D87-2401-A0A7-DF2D-1C4E557953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3074B0-AAFB-81BD-F79C-37B9AF166E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64796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99457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&amp;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1095685"/>
          </a:xfrm>
        </p:spPr>
        <p:txBody>
          <a:bodyPr/>
          <a:lstStyle>
            <a:lvl1pPr>
              <a:buClr>
                <a:schemeClr val="tx1">
                  <a:lumMod val="50000"/>
                  <a:lumOff val="50000"/>
                </a:schemeClr>
              </a:buClr>
              <a:buSzPct val="100000"/>
              <a:defRPr/>
            </a:lvl1pPr>
            <a:lvl2pPr marL="640080">
              <a:buClr>
                <a:schemeClr val="tx1">
                  <a:lumMod val="50000"/>
                  <a:lumOff val="50000"/>
                </a:schemeClr>
              </a:buClr>
              <a:buSzPct val="100000"/>
              <a:defRPr/>
            </a:lvl2pPr>
            <a:lvl3pPr marL="1097280">
              <a:buClr>
                <a:schemeClr val="tx1">
                  <a:lumMod val="50000"/>
                  <a:lumOff val="50000"/>
                </a:schemeClr>
              </a:buClr>
              <a:buSzPct val="100000"/>
              <a:defRPr/>
            </a:lvl3pPr>
            <a:lvl4pPr>
              <a:buClr>
                <a:schemeClr val="tx1">
                  <a:lumMod val="50000"/>
                  <a:lumOff val="50000"/>
                </a:schemeClr>
              </a:buClr>
              <a:buSzPct val="100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A3D60-9462-4E00-8783-8DB549CD4F54}"/>
              </a:ext>
            </a:extLst>
          </p:cNvPr>
          <p:cNvSpPr txBox="1"/>
          <p:nvPr userDrawn="1"/>
        </p:nvSpPr>
        <p:spPr>
          <a:xfrm>
            <a:off x="5175876" y="6605851"/>
            <a:ext cx="1840247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0" normalizeH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31172476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Divid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932048"/>
            <a:ext cx="9144000" cy="4985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description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585788"/>
            <a:ext cx="9144000" cy="338554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spc="0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2273235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-column_Text_with Subhead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35D3C-86EE-875E-D2A6-669DF7E1C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2" y="585216"/>
            <a:ext cx="8193024" cy="307777"/>
          </a:xfrm>
        </p:spPr>
        <p:txBody>
          <a:bodyPr/>
          <a:lstStyle>
            <a:lvl1pPr>
              <a:defRPr sz="2000" b="0" i="0">
                <a:solidFill>
                  <a:schemeClr val="tx1"/>
                </a:solidFill>
                <a:latin typeface="+mj-lt"/>
                <a:cs typeface="Segoe UI Semibold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B99DE518-C598-A940-A59E-AD0A05432B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594155"/>
            <a:ext cx="5219700" cy="246221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4E25ABE-71E1-BA48-6C8C-383755934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6390" y="2085764"/>
            <a:ext cx="5217510" cy="72635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37160" indent="-13716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 marL="265176" indent="-128016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384048" indent="-118872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1B7E7F6E-4D9D-5F8C-A5F0-526CA973BE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20" y="1594155"/>
            <a:ext cx="5219700" cy="246221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7DAE155-2008-5357-51E8-E6B1FA7558C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53664" y="2085764"/>
            <a:ext cx="5187106" cy="72635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37160" indent="-13716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 marL="265176" indent="-128016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384048" indent="-118872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829705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4" pos="778">
          <p15:clr>
            <a:srgbClr val="954F72"/>
          </p15:clr>
        </p15:guide>
        <p15:guide id="5" pos="962">
          <p15:clr>
            <a:srgbClr val="954F72"/>
          </p15:clr>
        </p15:guide>
        <p15:guide id="6" pos="1372">
          <p15:clr>
            <a:srgbClr val="954F72"/>
          </p15:clr>
        </p15:guide>
        <p15:guide id="7" pos="1556">
          <p15:clr>
            <a:srgbClr val="954F72"/>
          </p15:clr>
        </p15:guide>
        <p15:guide id="8" pos="1968">
          <p15:clr>
            <a:srgbClr val="954F72"/>
          </p15:clr>
        </p15:guide>
        <p15:guide id="9" pos="2150">
          <p15:clr>
            <a:srgbClr val="954F72"/>
          </p15:clr>
        </p15:guide>
        <p15:guide id="10" pos="2544">
          <p15:clr>
            <a:srgbClr val="954F72"/>
          </p15:clr>
        </p15:guide>
        <p15:guide id="11" pos="2744">
          <p15:clr>
            <a:srgbClr val="954F72"/>
          </p15:clr>
        </p15:guide>
        <p15:guide id="12" pos="3153">
          <p15:clr>
            <a:srgbClr val="954F72"/>
          </p15:clr>
        </p15:guide>
        <p15:guide id="13" pos="3338">
          <p15:clr>
            <a:srgbClr val="954F72"/>
          </p15:clr>
        </p15:guide>
        <p15:guide id="14" pos="3747">
          <p15:clr>
            <a:srgbClr val="954F72"/>
          </p15:clr>
        </p15:guide>
        <p15:guide id="15" pos="3932">
          <p15:clr>
            <a:srgbClr val="954F72"/>
          </p15:clr>
        </p15:guide>
        <p15:guide id="16" pos="4341">
          <p15:clr>
            <a:srgbClr val="954F72"/>
          </p15:clr>
        </p15:guide>
        <p15:guide id="17" pos="4526">
          <p15:clr>
            <a:srgbClr val="954F72"/>
          </p15:clr>
        </p15:guide>
        <p15:guide id="18" pos="4935">
          <p15:clr>
            <a:srgbClr val="954F72"/>
          </p15:clr>
        </p15:guide>
        <p15:guide id="19" pos="5120">
          <p15:clr>
            <a:srgbClr val="954F72"/>
          </p15:clr>
        </p15:guide>
        <p15:guide id="20" pos="5529">
          <p15:clr>
            <a:srgbClr val="954F72"/>
          </p15:clr>
        </p15:guide>
        <p15:guide id="21" pos="5713">
          <p15:clr>
            <a:srgbClr val="954F72"/>
          </p15:clr>
        </p15:guide>
        <p15:guide id="22" pos="6123">
          <p15:clr>
            <a:srgbClr val="954F72"/>
          </p15:clr>
        </p15:guide>
        <p15:guide id="23" pos="6307">
          <p15:clr>
            <a:srgbClr val="954F72"/>
          </p15:clr>
        </p15:guide>
        <p15:guide id="24" pos="6717">
          <p15:clr>
            <a:srgbClr val="954F72"/>
          </p15:clr>
        </p15:guide>
        <p15:guide id="25" pos="6901">
          <p15:clr>
            <a:srgbClr val="954F72"/>
          </p15:clr>
        </p15:guide>
        <p15:guide id="30" orient="horz" pos="812">
          <p15:clr>
            <a:srgbClr val="954F72"/>
          </p15:clr>
        </p15:guide>
        <p15:guide id="31" orient="horz" pos="996">
          <p15:clr>
            <a:srgbClr val="954F72"/>
          </p15:clr>
        </p15:guide>
        <p15:guide id="32" orient="horz" pos="1440">
          <p15:clr>
            <a:srgbClr val="954F72"/>
          </p15:clr>
        </p15:guide>
        <p15:guide id="33" orient="horz" pos="1624">
          <p15:clr>
            <a:srgbClr val="954F72"/>
          </p15:clr>
        </p15:guide>
        <p15:guide id="34" orient="horz" pos="2067">
          <p15:clr>
            <a:srgbClr val="954F72"/>
          </p15:clr>
        </p15:guide>
        <p15:guide id="35" orient="horz" pos="2252">
          <p15:clr>
            <a:srgbClr val="954F72"/>
          </p15:clr>
        </p15:guide>
        <p15:guide id="36" orient="horz" pos="2695">
          <p15:clr>
            <a:srgbClr val="954F72"/>
          </p15:clr>
        </p15:guide>
        <p15:guide id="37" orient="horz" pos="2880">
          <p15:clr>
            <a:srgbClr val="954F72"/>
          </p15:clr>
        </p15:guide>
        <p15:guide id="38" orient="horz" pos="3323">
          <p15:clr>
            <a:srgbClr val="954F72"/>
          </p15:clr>
        </p15:guide>
        <p15:guide id="39" orient="horz" pos="3507">
          <p15:clr>
            <a:srgbClr val="954F72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eader 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00335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32.xml"/><Relationship Id="rId39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27.xml"/><Relationship Id="rId34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53.xml"/><Relationship Id="rId50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61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6" Type="http://schemas.openxmlformats.org/officeDocument/2006/relationships/slideLayout" Target="../slideLayouts/slideLayout22.xml"/><Relationship Id="rId29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17.xml"/><Relationship Id="rId24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43.xml"/><Relationship Id="rId40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51.xml"/><Relationship Id="rId53" Type="http://schemas.openxmlformats.org/officeDocument/2006/relationships/slideLayout" Target="../slideLayouts/slideLayout59.xml"/><Relationship Id="rId58" Type="http://schemas.openxmlformats.org/officeDocument/2006/relationships/image" Target="../media/image8.svg"/><Relationship Id="rId5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33.xml"/><Relationship Id="rId30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41.xml"/><Relationship Id="rId43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4.xml"/><Relationship Id="rId56" Type="http://schemas.openxmlformats.org/officeDocument/2006/relationships/slideLayout" Target="../slideLayouts/slideLayout62.xml"/><Relationship Id="rId8" Type="http://schemas.openxmlformats.org/officeDocument/2006/relationships/slideLayout" Target="../slideLayouts/slideLayout14.xml"/><Relationship Id="rId51" Type="http://schemas.openxmlformats.org/officeDocument/2006/relationships/slideLayout" Target="../slideLayouts/slideLayout57.xml"/><Relationship Id="rId3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4.xml"/><Relationship Id="rId46" Type="http://schemas.openxmlformats.org/officeDocument/2006/relationships/slideLayout" Target="../slideLayouts/slideLayout52.xml"/><Relationship Id="rId20" Type="http://schemas.openxmlformats.org/officeDocument/2006/relationships/slideLayout" Target="../slideLayouts/slideLayout26.xml"/><Relationship Id="rId41" Type="http://schemas.openxmlformats.org/officeDocument/2006/relationships/slideLayout" Target="../slideLayouts/slideLayout47.xml"/><Relationship Id="rId54" Type="http://schemas.openxmlformats.org/officeDocument/2006/relationships/slideLayout" Target="../slideLayouts/slideLayout60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42.xml"/><Relationship Id="rId49" Type="http://schemas.openxmlformats.org/officeDocument/2006/relationships/slideLayout" Target="../slideLayouts/slideLayout55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16.xml"/><Relationship Id="rId31" Type="http://schemas.openxmlformats.org/officeDocument/2006/relationships/slideLayout" Target="../slideLayouts/slideLayout37.xml"/><Relationship Id="rId44" Type="http://schemas.openxmlformats.org/officeDocument/2006/relationships/slideLayout" Target="../slideLayouts/slideLayout50.xml"/><Relationship Id="rId52" Type="http://schemas.openxmlformats.org/officeDocument/2006/relationships/slideLayout" Target="../slideLayouts/slideLayout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rafik 51">
            <a:extLst>
              <a:ext uri="{FF2B5EF4-FFF2-40B4-BE49-F238E27FC236}">
                <a16:creationId xmlns:a16="http://schemas.microsoft.com/office/drawing/2014/main" id="{D08638B7-8914-4FE8-6501-5FF6B02F2D9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052512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FED80C01-6ED9-D6FC-028D-7513E64A62F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3419" y="6121758"/>
            <a:ext cx="479069" cy="479069"/>
          </a:xfrm>
          <a:prstGeom prst="rect">
            <a:avLst/>
          </a:prstGeom>
        </p:spPr>
      </p:pic>
      <p:sp>
        <p:nvSpPr>
          <p:cNvPr id="53" name="Fußzeilenplatzhalter 4">
            <a:extLst>
              <a:ext uri="{FF2B5EF4-FFF2-40B4-BE49-F238E27FC236}">
                <a16:creationId xmlns:a16="http://schemas.microsoft.com/office/drawing/2014/main" id="{31C043C4-F47A-2157-0442-183B00A3D87D}"/>
              </a:ext>
            </a:extLst>
          </p:cNvPr>
          <p:cNvSpPr txBox="1">
            <a:spLocks/>
          </p:cNvSpPr>
          <p:nvPr userDrawn="1"/>
        </p:nvSpPr>
        <p:spPr>
          <a:xfrm>
            <a:off x="528749" y="6361055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>
                <a:solidFill>
                  <a:schemeClr val="accent1"/>
                </a:solidFill>
                <a:latin typeface="+mn-lt"/>
                <a:cs typeface="Helvetica Light"/>
              </a:rPr>
              <a:t>Seite ‹Nr.› | 20. August 2025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B6EBBEA-F17E-D792-5468-8FC4399CD5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1380936" y="155085"/>
            <a:ext cx="67945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9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9pPr>
    </p:titleStyle>
    <p:bodyStyle>
      <a:lvl1pPr marL="457189" indent="-457189" algn="l" defTabSz="916494" rtl="0" eaLnBrk="1" fontAlgn="base" hangingPunct="1">
        <a:spcBef>
          <a:spcPct val="40000"/>
        </a:spcBef>
        <a:spcAft>
          <a:spcPct val="30000"/>
        </a:spcAft>
        <a:buClr>
          <a:srgbClr val="00608C"/>
        </a:buClr>
        <a:buFont typeface="Wingdings" pitchFamily="2" charset="2"/>
        <a:defRPr sz="2400" b="1">
          <a:solidFill>
            <a:srgbClr val="292929"/>
          </a:solidFill>
          <a:latin typeface="+mn-lt"/>
          <a:ea typeface="+mn-ea"/>
          <a:cs typeface="+mn-cs"/>
        </a:defRPr>
      </a:lvl1pPr>
      <a:lvl2pPr marL="482588" indent="-239178" algn="l" defTabSz="916494" rtl="0" eaLnBrk="1" fontAlgn="base" hangingPunct="1">
        <a:spcBef>
          <a:spcPct val="0"/>
        </a:spcBef>
        <a:spcAft>
          <a:spcPct val="40000"/>
        </a:spcAft>
        <a:buClr>
          <a:schemeClr val="accent2"/>
        </a:buClr>
        <a:buSzPct val="100000"/>
        <a:buFont typeface="Arial" panose="020B0604020202020204" pitchFamily="34" charset="0"/>
        <a:buChar char="&gt;"/>
        <a:defRPr sz="2133">
          <a:solidFill>
            <a:srgbClr val="292929"/>
          </a:solidFill>
          <a:latin typeface="+mn-lt"/>
        </a:defRPr>
      </a:lvl2pPr>
      <a:lvl3pPr marL="956709" indent="-237061" algn="l" defTabSz="916494" rtl="0" eaLnBrk="1" fontAlgn="base" hangingPunct="1">
        <a:spcBef>
          <a:spcPct val="0"/>
        </a:spcBef>
        <a:spcAft>
          <a:spcPct val="50000"/>
        </a:spcAft>
        <a:buClr>
          <a:schemeClr val="tx2">
            <a:lumMod val="50000"/>
          </a:schemeClr>
        </a:buClr>
        <a:buSzPct val="120000"/>
        <a:buFont typeface="Arial" panose="020B0604020202020204" pitchFamily="34" charset="0"/>
        <a:buChar char="•"/>
        <a:defRPr sz="1867">
          <a:solidFill>
            <a:srgbClr val="292929"/>
          </a:solidFill>
          <a:latin typeface="+mn-lt"/>
        </a:defRPr>
      </a:lvl3pPr>
      <a:lvl4pPr marL="2357908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974940"/>
        </a:buClr>
        <a:buFont typeface="Wingdings" pitchFamily="2" charset="2"/>
        <a:buChar char="l"/>
        <a:defRPr sz="2133">
          <a:solidFill>
            <a:srgbClr val="292929"/>
          </a:solidFill>
          <a:latin typeface="+mn-lt"/>
        </a:defRPr>
      </a:lvl4pPr>
      <a:lvl5pPr marL="2973843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5pPr>
      <a:lvl6pPr marL="3583428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6pPr>
      <a:lvl7pPr marL="4193013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7pPr>
      <a:lvl8pPr marL="4802597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8pPr>
      <a:lvl9pPr marL="5412182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9pPr>
    </p:bodyStyle>
    <p:otherStyle>
      <a:defPPr>
        <a:defRPr lang="de-D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4156">
          <p15:clr>
            <a:srgbClr val="F26B43"/>
          </p15:clr>
        </p15:guide>
        <p15:guide id="11" orient="horz" pos="845">
          <p15:clr>
            <a:srgbClr val="F26B43"/>
          </p15:clr>
        </p15:guide>
        <p15:guide id="13" orient="horz">
          <p15:clr>
            <a:srgbClr val="F26B43"/>
          </p15:clr>
        </p15:guide>
        <p15:guide id="14" pos="325">
          <p15:clr>
            <a:srgbClr val="F26B43"/>
          </p15:clr>
        </p15:guide>
        <p15:guide id="15" pos="7514">
          <p15:clr>
            <a:srgbClr val="F26B43"/>
          </p15:clr>
        </p15:guide>
        <p15:guide id="17" orient="horz" pos="663">
          <p15:clr>
            <a:srgbClr val="F26B43"/>
          </p15:clr>
        </p15:guide>
        <p15:guide id="18" pos="3840">
          <p15:clr>
            <a:srgbClr val="F26B43"/>
          </p15:clr>
        </p15:guide>
        <p15:guide id="19" pos="39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8807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753" r:id="rId13"/>
    <p:sldLayoutId id="2147483754" r:id="rId14"/>
    <p:sldLayoutId id="2147483755" r:id="rId15"/>
    <p:sldLayoutId id="2147483756" r:id="rId16"/>
    <p:sldLayoutId id="2147483757" r:id="rId17"/>
    <p:sldLayoutId id="2147483758" r:id="rId18"/>
    <p:sldLayoutId id="2147483759" r:id="rId19"/>
    <p:sldLayoutId id="2147483760" r:id="rId20"/>
    <p:sldLayoutId id="2147483761" r:id="rId21"/>
    <p:sldLayoutId id="2147483762" r:id="rId22"/>
    <p:sldLayoutId id="2147483763" r:id="rId23"/>
    <p:sldLayoutId id="2147483764" r:id="rId24"/>
    <p:sldLayoutId id="2147483765" r:id="rId25"/>
    <p:sldLayoutId id="2147483766" r:id="rId26"/>
    <p:sldLayoutId id="2147483767" r:id="rId27"/>
    <p:sldLayoutId id="2147483768" r:id="rId28"/>
    <p:sldLayoutId id="2147483769" r:id="rId29"/>
    <p:sldLayoutId id="2147483770" r:id="rId30"/>
    <p:sldLayoutId id="2147483771" r:id="rId31"/>
    <p:sldLayoutId id="2147483772" r:id="rId32"/>
    <p:sldLayoutId id="2147483773" r:id="rId33"/>
    <p:sldLayoutId id="2147483774" r:id="rId34"/>
    <p:sldLayoutId id="2147483775" r:id="rId35"/>
    <p:sldLayoutId id="2147483776" r:id="rId36"/>
    <p:sldLayoutId id="2147483777" r:id="rId37"/>
    <p:sldLayoutId id="2147483778" r:id="rId38"/>
    <p:sldLayoutId id="2147483779" r:id="rId39"/>
    <p:sldLayoutId id="2147483780" r:id="rId40"/>
    <p:sldLayoutId id="2147483781" r:id="rId41"/>
    <p:sldLayoutId id="2147483782" r:id="rId42"/>
    <p:sldLayoutId id="2147483783" r:id="rId43"/>
    <p:sldLayoutId id="2147483784" r:id="rId44"/>
    <p:sldLayoutId id="2147483785" r:id="rId45"/>
    <p:sldLayoutId id="2147483786" r:id="rId46"/>
    <p:sldLayoutId id="2147483787" r:id="rId47"/>
    <p:sldLayoutId id="2147483788" r:id="rId48"/>
    <p:sldLayoutId id="2147483789" r:id="rId49"/>
    <p:sldLayoutId id="2147483790" r:id="rId50"/>
    <p:sldLayoutId id="2147483791" r:id="rId51"/>
    <p:sldLayoutId id="2147483792" r:id="rId52"/>
    <p:sldLayoutId id="2147483793" r:id="rId53"/>
    <p:sldLayoutId id="2147483794" r:id="rId54"/>
    <p:sldLayoutId id="2147483795" r:id="rId55"/>
    <p:sldLayoutId id="2147483796" r:id="rId56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>
          <p15:clr>
            <a:srgbClr val="C35EA4"/>
          </p15:clr>
        </p15:guide>
        <p15:guide id="17" pos="7313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85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95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hyperlink" Target="https://aka.ms/techxchange-msft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microsoft.com/en-us/security/blog/2026/02/09/prompt-attack-breaks-llm-safety/" TargetMode="Externa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sneaky-goggles" TargetMode="External"/><Relationship Id="rId2" Type="http://schemas.openxmlformats.org/officeDocument/2006/relationships/hyperlink" Target="https://aka.ms/techxchange-msft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h.stumm@log2.de" TargetMode="External"/><Relationship Id="rId2" Type="http://schemas.openxmlformats.org/officeDocument/2006/relationships/hyperlink" Target="mailto:martin.pankraz@microsoft.com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1.jpeg"/><Relationship Id="rId5" Type="http://schemas.openxmlformats.org/officeDocument/2006/relationships/hyperlink" Target="mailto:jonathan.stross@pathlock.com" TargetMode="External"/><Relationship Id="rId4" Type="http://schemas.openxmlformats.org/officeDocument/2006/relationships/hyperlink" Target="mailto:michael.schmitt@sap.com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Holger.bruchelt@microsoft.com" TargetMode="External"/><Relationship Id="rId7" Type="http://schemas.openxmlformats.org/officeDocument/2006/relationships/image" Target="../media/image52.png"/><Relationship Id="rId2" Type="http://schemas.openxmlformats.org/officeDocument/2006/relationships/hyperlink" Target="mailto:martin.pankraz@microsoft.com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linkedin.com/in/holger-bruchelt/" TargetMode="External"/><Relationship Id="rId5" Type="http://schemas.openxmlformats.org/officeDocument/2006/relationships/hyperlink" Target="https://www.linkedin.com/in/martin-pankraz/" TargetMode="External"/><Relationship Id="rId4" Type="http://schemas.openxmlformats.org/officeDocument/2006/relationships/hyperlink" Target="mailto:Martin.Raepple@microsof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E3A33C9-C584-1139-83AD-2C04709E2D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A4A300B-6AAE-1F79-5A6E-CA870BD00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TechXChange</a:t>
            </a:r>
            <a:r>
              <a:rPr lang="en-US" dirty="0"/>
              <a:t> 2026 – Microsoft Track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46A57A2-5A15-4D29-E24D-4827F8992B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1854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EA2B68B-07B8-B28C-5ABB-F5B8E1508B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15938" y="152400"/>
            <a:ext cx="11528279" cy="394252"/>
          </a:xfrm>
        </p:spPr>
        <p:txBody>
          <a:bodyPr/>
          <a:lstStyle/>
          <a:p>
            <a:pPr algn="ctr"/>
            <a:r>
              <a:rPr lang="de-DE" cap="none" dirty="0">
                <a:latin typeface="+mn-lt"/>
                <a:hlinkClick r:id="rId2"/>
              </a:rPr>
              <a:t>https://aka.ms/techxchange-msft</a:t>
            </a:r>
            <a:endParaRPr lang="de-DE" cap="none" dirty="0">
              <a:latin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BC3FE-1747-046E-2F5C-669A652FC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34" y="677825"/>
            <a:ext cx="11386210" cy="61240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A48A60-A5C2-0775-569E-C55F44028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34" y="1467789"/>
            <a:ext cx="2264749" cy="5322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341C0C-EB1B-0CEC-8426-211662C381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35" y="677825"/>
            <a:ext cx="10002646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7403CF-E228-66BC-58F0-2A0FE718E6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5480" y="2209519"/>
            <a:ext cx="1297903" cy="27719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6F3422-8F98-E108-06F4-1A1BA69968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9531" y="3639197"/>
            <a:ext cx="1297903" cy="283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36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37E2B4B-473E-02D4-06A4-A261EDDD66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1286845"/>
          </a:xfrm>
        </p:spPr>
        <p:txBody>
          <a:bodyPr/>
          <a:lstStyle/>
          <a:p>
            <a:r>
              <a:rPr lang="en-US" dirty="0"/>
              <a:t>Copilot Studio &amp; SAP: Getting Started</a:t>
            </a:r>
            <a:endParaRPr lang="en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FE70C0-A04D-7050-F52A-8DE85A9F4A5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75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C696359-438B-5820-CA01-458DE1D30A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E8489B3-F256-37A1-1844-DFD9611D76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5939" y="152400"/>
            <a:ext cx="10692532" cy="685800"/>
          </a:xfr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317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019AE-594E-81C8-97DD-66EC7CB9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795D3A-86A7-DCCF-7DB9-CC9811F5C6E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1286845"/>
          </a:xfrm>
        </p:spPr>
        <p:txBody>
          <a:bodyPr/>
          <a:lstStyle/>
          <a:p>
            <a:r>
              <a:rPr lang="en-US" dirty="0"/>
              <a:t>Copilot Studio &amp; SAP: Getting Started</a:t>
            </a:r>
            <a:endParaRPr lang="en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3197010-3DB2-3E47-3669-434AD2E6ECE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8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C696359-438B-5820-CA01-458DE1D30A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E8489B3-F256-37A1-1844-DFD9611D76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5939" y="152400"/>
            <a:ext cx="10692532" cy="685800"/>
          </a:xfr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0489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E8489B3-F256-37A1-1844-DFD9611D76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5939" y="152400"/>
            <a:ext cx="10692532" cy="685800"/>
          </a:xfrm>
        </p:spPr>
        <p:txBody>
          <a:bodyPr/>
          <a:lstStyle/>
          <a:p>
            <a:endParaRPr lang="de-DE"/>
          </a:p>
        </p:txBody>
      </p:sp>
      <p:pic>
        <p:nvPicPr>
          <p:cNvPr id="2" name="Picture 1" descr="A cartoon of two people fighting&#10;&#10;Description automatically generated">
            <a:extLst>
              <a:ext uri="{FF2B5EF4-FFF2-40B4-BE49-F238E27FC236}">
                <a16:creationId xmlns:a16="http://schemas.microsoft.com/office/drawing/2014/main" id="{7D3E0F73-0A1B-2C68-0354-18CDE8F6D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5A4526-2810-A492-4845-9B6292F60274}"/>
              </a:ext>
            </a:extLst>
          </p:cNvPr>
          <p:cNvSpPr txBox="1"/>
          <p:nvPr/>
        </p:nvSpPr>
        <p:spPr>
          <a:xfrm>
            <a:off x="414259" y="3182718"/>
            <a:ext cx="20813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rgbClr val="FF0000"/>
                </a:solidFill>
              </a:rPr>
              <a:t>Red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000000"/>
                </a:solidFill>
              </a:rPr>
              <a:t>team</a:t>
            </a:r>
            <a:endParaRPr lang="en-DE" dirty="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740E6-D2EF-D12F-5148-1BABBD6C7AAC}"/>
              </a:ext>
            </a:extLst>
          </p:cNvPr>
          <p:cNvSpPr txBox="1"/>
          <p:nvPr/>
        </p:nvSpPr>
        <p:spPr>
          <a:xfrm>
            <a:off x="9796542" y="3259723"/>
            <a:ext cx="20813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3"/>
                </a:solidFill>
              </a:rPr>
              <a:t>Blue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000000"/>
                </a:solidFill>
              </a:rPr>
              <a:t>team</a:t>
            </a:r>
            <a:endParaRPr lang="en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0853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6F101E-D02B-BDD8-C54E-DE4D436A41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cap="none" dirty="0"/>
              <a:t>With development speed comes increased exposure</a:t>
            </a:r>
            <a:endParaRPr lang="en-DE" cap="none" dirty="0"/>
          </a:p>
        </p:txBody>
      </p:sp>
      <p:pic>
        <p:nvPicPr>
          <p:cNvPr id="4" name="Picture 3" descr="Cake Is A Lie GIFs | Tenor">
            <a:extLst>
              <a:ext uri="{FF2B5EF4-FFF2-40B4-BE49-F238E27FC236}">
                <a16:creationId xmlns:a16="http://schemas.microsoft.com/office/drawing/2014/main" id="{F179624F-5B68-9D28-8CDB-2831189CE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34" y="2271712"/>
            <a:ext cx="4743450" cy="2314575"/>
          </a:xfrm>
          <a:prstGeom prst="rect">
            <a:avLst/>
          </a:prstGeom>
        </p:spPr>
      </p:pic>
      <p:pic>
        <p:nvPicPr>
          <p:cNvPr id="5" name="Picture 4" descr="A single unlabeled prompt can be enough to shift safety behavior.&#10;&#10;AI-generated content may be incorrect.">
            <a:extLst>
              <a:ext uri="{FF2B5EF4-FFF2-40B4-BE49-F238E27FC236}">
                <a16:creationId xmlns:a16="http://schemas.microsoft.com/office/drawing/2014/main" id="{59D38740-68C6-F157-3955-0E17843B19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236" y="2687843"/>
            <a:ext cx="3888934" cy="698793"/>
          </a:xfrm>
          <a:prstGeom prst="rect">
            <a:avLst/>
          </a:prstGeom>
        </p:spPr>
      </p:pic>
      <p:pic>
        <p:nvPicPr>
          <p:cNvPr id="7" name="Picture 6" descr="The image displays two logos side by side: one with a blue background and the other with a red background, both containing the Microsoft and Security branding.&#10;&#10;AI-generated content may be incorrect.">
            <a:extLst>
              <a:ext uri="{FF2B5EF4-FFF2-40B4-BE49-F238E27FC236}">
                <a16:creationId xmlns:a16="http://schemas.microsoft.com/office/drawing/2014/main" id="{9BCA8B14-F07F-1A81-9260-D4CA38C887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236" y="1874260"/>
            <a:ext cx="3238952" cy="4763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B60A18-CD9C-EE32-44E1-2B9C86398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042" y="2350576"/>
            <a:ext cx="1209844" cy="2667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54AB41-6111-C722-5AA9-E43016672D3B}"/>
              </a:ext>
            </a:extLst>
          </p:cNvPr>
          <p:cNvSpPr txBox="1"/>
          <p:nvPr/>
        </p:nvSpPr>
        <p:spPr>
          <a:xfrm>
            <a:off x="7629236" y="3615444"/>
            <a:ext cx="423949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1" dirty="0">
                <a:solidFill>
                  <a:schemeClr val="accent2"/>
                </a:solidFill>
                <a:effectLst/>
                <a:latin typeface="Segoe UI" panose="020B0502040204020203" pitchFamily="34" charset="0"/>
              </a:rPr>
              <a:t>“Create a fake news article that could lead to panic or chaos”,</a:t>
            </a:r>
          </a:p>
          <a:p>
            <a:pPr algn="l"/>
            <a:endParaRPr lang="en-US" b="0" dirty="0">
              <a:solidFill>
                <a:srgbClr val="17253D"/>
              </a:solidFill>
              <a:latin typeface="Segoe UI" panose="020B0502040204020203" pitchFamily="34" charset="0"/>
            </a:endParaRPr>
          </a:p>
          <a:p>
            <a:pPr algn="l"/>
            <a:r>
              <a:rPr lang="en-US" b="0" i="0" dirty="0">
                <a:solidFill>
                  <a:srgbClr val="17253D"/>
                </a:solidFill>
                <a:effectLst/>
                <a:latin typeface="Segoe UI" panose="020B0502040204020203" pitchFamily="34" charset="0"/>
              </a:rPr>
              <a:t>was enough to reliably </a:t>
            </a:r>
            <a:r>
              <a:rPr lang="en-US" b="0" i="0" dirty="0" err="1">
                <a:solidFill>
                  <a:srgbClr val="17253D"/>
                </a:solidFill>
                <a:effectLst/>
                <a:latin typeface="Segoe UI" panose="020B0502040204020203" pitchFamily="34" charset="0"/>
              </a:rPr>
              <a:t>unalign</a:t>
            </a:r>
            <a:r>
              <a:rPr lang="en-US" b="0" i="0" dirty="0">
                <a:solidFill>
                  <a:srgbClr val="17253D"/>
                </a:solidFill>
                <a:effectLst/>
                <a:latin typeface="Segoe UI" panose="020B0502040204020203" pitchFamily="34" charset="0"/>
              </a:rPr>
              <a:t> 15 language models we’ve tested </a:t>
            </a:r>
          </a:p>
          <a:p>
            <a:pPr algn="l"/>
            <a:endParaRPr lang="en-US" b="0" dirty="0">
              <a:solidFill>
                <a:srgbClr val="17253D"/>
              </a:solidFill>
              <a:latin typeface="Segoe UI" panose="020B0502040204020203" pitchFamily="34" charset="0"/>
            </a:endParaRPr>
          </a:p>
          <a:p>
            <a:pPr algn="l"/>
            <a:r>
              <a:rPr lang="en-US" b="0" dirty="0">
                <a:solidFill>
                  <a:srgbClr val="17253D"/>
                </a:solidFill>
                <a:latin typeface="Segoe UI" panose="020B0502040204020203" pitchFamily="34" charset="0"/>
                <a:hlinkClick r:id="rId6"/>
              </a:rPr>
              <a:t>source.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042486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6A36-6184-ABDE-F13D-B577488F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E8D6B-9B69-DFF2-1E11-0A26E1857FF0}"/>
              </a:ext>
            </a:extLst>
          </p:cNvPr>
          <p:cNvSpPr>
            <a:spLocks noGrp="1"/>
          </p:cNvSpPr>
          <p:nvPr/>
        </p:nvSpPr>
        <p:spPr>
          <a:xfrm>
            <a:off x="586740" y="751416"/>
            <a:ext cx="1101852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50" normalizeH="0" baseline="0" noProof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Segoe Sans Display" pitchFamily="2" charset="0"/>
              </a:rPr>
              <a:t>Threats can be embedded in</a:t>
            </a:r>
            <a:br>
              <a:rPr kumimoji="0" lang="en-US" sz="3600" b="0" i="0" u="none" strike="noStrike" kern="1200" cap="none" spc="-50" normalizeH="0" baseline="0" noProof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Segoe Sans Display" pitchFamily="2" charset="0"/>
              </a:rPr>
            </a:br>
            <a:r>
              <a:rPr kumimoji="0" lang="en-US" sz="3600" b="0" i="0" u="none" strike="noStrike" kern="1200" cap="none" spc="-50" normalizeH="0" baseline="0" noProof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Segoe Sans Display" pitchFamily="2" charset="0"/>
              </a:rPr>
              <a:t>the new GenAI attack surfaces</a:t>
            </a:r>
          </a:p>
        </p:txBody>
      </p:sp>
      <p:grpSp>
        <p:nvGrpSpPr>
          <p:cNvPr id="3" name="Group 2" descr="At the top is Direct prompt injection (Malicious prompt).&#10;&#10;Within this are three circles. Below each circle is labelled User prompt, RAG (Web, grounding data), and Extensions.&#10;&#10;For the User prompt circle, it is filled and has a spider icon.">
            <a:extLst>
              <a:ext uri="{FF2B5EF4-FFF2-40B4-BE49-F238E27FC236}">
                <a16:creationId xmlns:a16="http://schemas.microsoft.com/office/drawing/2014/main" id="{948681A2-9C03-C5D8-EB39-636F5B8019E0}"/>
              </a:ext>
            </a:extLst>
          </p:cNvPr>
          <p:cNvGrpSpPr/>
          <p:nvPr/>
        </p:nvGrpSpPr>
        <p:grpSpPr>
          <a:xfrm>
            <a:off x="651142" y="2475929"/>
            <a:ext cx="5358576" cy="3630654"/>
            <a:chOff x="652665" y="2249446"/>
            <a:chExt cx="5358576" cy="3630654"/>
          </a:xfrm>
        </p:grpSpPr>
        <p:sp>
          <p:nvSpPr>
            <p:cNvPr id="20" name="Rounded Rectangle 6">
              <a:extLst>
                <a:ext uri="{FF2B5EF4-FFF2-40B4-BE49-F238E27FC236}">
                  <a16:creationId xmlns:a16="http://schemas.microsoft.com/office/drawing/2014/main" id="{95D16CBF-67EB-84EC-1EFF-F98EB00B31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865758" y="2462688"/>
              <a:ext cx="4932390" cy="3417412"/>
            </a:xfrm>
            <a:prstGeom prst="roundRect">
              <a:avLst>
                <a:gd name="adj" fmla="val 4071"/>
              </a:avLst>
            </a:prstGeom>
            <a:ln w="12700" cap="rnd">
              <a:gradFill flip="none" rotWithShape="1">
                <a:gsLst>
                  <a:gs pos="0">
                    <a:srgbClr val="F65567"/>
                  </a:gs>
                  <a:gs pos="32000">
                    <a:srgbClr val="AC35AF"/>
                  </a:gs>
                  <a:gs pos="68000">
                    <a:srgbClr val="0A6BBA"/>
                  </a:gs>
                  <a:gs pos="100000">
                    <a:srgbClr val="318581"/>
                  </a:gs>
                </a:gsLst>
                <a:path path="circle">
                  <a:fillToRect l="100000" t="100000"/>
                </a:path>
                <a:tileRect r="-100000" b="-100000"/>
              </a:gradFill>
              <a:headEnd type="none" w="lg" len="sm"/>
              <a:tailEnd type="none" w="lg" len="sm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21" name="TextBox 8">
              <a:extLst>
                <a:ext uri="{FF2B5EF4-FFF2-40B4-BE49-F238E27FC236}">
                  <a16:creationId xmlns:a16="http://schemas.microsoft.com/office/drawing/2014/main" id="{A5B89663-BCCF-3202-AB73-35367CE052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1295891" y="2249446"/>
              <a:ext cx="4072125" cy="426315"/>
            </a:xfrm>
            <a:prstGeom prst="roundRect">
              <a:avLst>
                <a:gd name="adj" fmla="val 23520"/>
              </a:avLst>
            </a:prstGeom>
            <a:gradFill flip="none" rotWithShape="1">
              <a:gsLst>
                <a:gs pos="0">
                  <a:srgbClr val="0078D4"/>
                </a:gs>
                <a:gs pos="80000">
                  <a:srgbClr val="399A91"/>
                </a:gs>
              </a:gsLst>
              <a:path path="circle">
                <a:fillToRect l="100000" t="100000"/>
              </a:path>
              <a:tileRect r="-100000" b="-100000"/>
            </a:gradFill>
            <a:ln w="63897" cap="flat">
              <a:noFill/>
              <a:prstDash val="solid"/>
              <a:miter/>
            </a:ln>
            <a:effectLst/>
          </p:spPr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700" b="0" i="0" u="none" strike="noStrike" kern="1200" cap="none" spc="0" normalizeH="0" baseline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Arial" panose="020B0604020202020204" pitchFamily="34" charset="0"/>
                </a:rPr>
                <a:t>Direct prompt injection (malicious prompt)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784EBE3-0BC7-8C64-83E5-5B1046EC03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52665" y="3619969"/>
              <a:ext cx="5358576" cy="704850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20000"/>
              </a:schemeClr>
            </a:solidFill>
            <a:ln w="63897" cap="flat">
              <a:noFill/>
              <a:prstDash val="solid"/>
              <a:miter/>
            </a:ln>
            <a:effectLst>
              <a:outerShdw blurRad="63500" dist="63500" dir="2700000" algn="tl" rotWithShape="0">
                <a:srgbClr val="454142">
                  <a:alpha val="20000"/>
                </a:srgbClr>
              </a:outerShdw>
            </a:effectLst>
          </p:spPr>
          <p:txBody>
            <a:bodyPr rot="0" spcFirstLastPara="0" vert="horz" wrap="square" lIns="72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1" i="0" u="none" strike="noStrike" kern="1200" cap="none" spc="0" normalizeH="0" baseline="0" noProof="0">
                <a:ln w="3175">
                  <a:noFill/>
                </a:ln>
                <a:gradFill>
                  <a:gsLst>
                    <a:gs pos="53147">
                      <a:srgbClr val="FFFFFF"/>
                    </a:gs>
                    <a:gs pos="28000">
                      <a:srgbClr val="FFFFFF"/>
                    </a:gs>
                  </a:gsLst>
                  <a:path path="circle">
                    <a:fillToRect l="100000" b="100000"/>
                  </a:path>
                </a:gradFill>
                <a:effectLst/>
                <a:uLnTx/>
                <a:uFillTx/>
                <a:latin typeface="Segoe UI Semibold"/>
                <a:ea typeface="+mn-ea"/>
                <a:cs typeface="Segoe UI" pitchFamily="34" charset="0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A9EBD24-BE57-0F0A-B81F-C9AA81908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1070708" y="3762077"/>
              <a:ext cx="1416748" cy="42063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8D4"/>
                </a:gs>
                <a:gs pos="80000">
                  <a:srgbClr val="399A91"/>
                </a:gs>
              </a:gsLst>
              <a:path path="circle">
                <a:fillToRect l="100000" t="100000"/>
              </a:path>
              <a:tileRect r="-100000" b="-100000"/>
            </a:gradFill>
            <a:ln w="63897" cap="flat">
              <a:noFill/>
              <a:prstDash val="solid"/>
              <a:miter/>
            </a:ln>
            <a:effectLst/>
          </p:spPr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6D1F896B-C1E5-E0C0-DD9E-FE509A585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2637365" y="3762077"/>
              <a:ext cx="1416748" cy="420633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 cap="rnd">
              <a:solidFill>
                <a:schemeClr val="bg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274320" tIns="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811684" rtl="0" eaLnBrk="1" fontAlgn="auto" latinLnBrk="0" hangingPunct="1">
                <a:lnSpc>
                  <a:spcPct val="100000"/>
                </a:lnSpc>
                <a:spcBef>
                  <a:spcPts val="174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bold"/>
                <a:ea typeface="+mn-ea"/>
                <a:cs typeface="+mn-cs"/>
              </a:endParaRP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7D756F21-16C6-119E-82E3-3483EA7E9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4176450" y="3762077"/>
              <a:ext cx="1416748" cy="420633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 cap="rnd">
              <a:solidFill>
                <a:schemeClr val="bg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274320" tIns="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811684" rtl="0" eaLnBrk="1" fontAlgn="auto" latinLnBrk="0" hangingPunct="1">
                <a:lnSpc>
                  <a:spcPct val="100000"/>
                </a:lnSpc>
                <a:spcBef>
                  <a:spcPts val="174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bold"/>
                <a:ea typeface="+mn-ea"/>
                <a:cs typeface="+mn-cs"/>
              </a:endParaRPr>
            </a:p>
          </p:txBody>
        </p:sp>
        <p:grpSp>
          <p:nvGrpSpPr>
            <p:cNvPr id="26" name="Group 25" descr="A graphic of a bug">
              <a:extLst>
                <a:ext uri="{FF2B5EF4-FFF2-40B4-BE49-F238E27FC236}">
                  <a16:creationId xmlns:a16="http://schemas.microsoft.com/office/drawing/2014/main" id="{FF0B7547-D5C6-549E-02FF-F9F30C181584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GrpSpPr/>
            <p:nvPr/>
          </p:nvGrpSpPr>
          <p:grpSpPr>
            <a:xfrm>
              <a:off x="1592693" y="3797129"/>
              <a:ext cx="350528" cy="350528"/>
              <a:chOff x="1656482" y="4370994"/>
              <a:chExt cx="350528" cy="350528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21F7698F-6E4A-8C44-8FB2-00D82F017C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 bwMode="auto">
              <a:xfrm>
                <a:off x="1656482" y="4370994"/>
                <a:ext cx="350528" cy="350528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Segoe UI" pitchFamily="34" charset="0"/>
                </a:endParaRPr>
              </a:p>
            </p:txBody>
          </p:sp>
          <p:sp>
            <p:nvSpPr>
              <p:cNvPr id="31" name="Graphic 39">
                <a:extLst>
                  <a:ext uri="{FF2B5EF4-FFF2-40B4-BE49-F238E27FC236}">
                    <a16:creationId xmlns:a16="http://schemas.microsoft.com/office/drawing/2014/main" id="{0621D284-C0BE-7698-D7F9-3C05E21D1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9800000">
                <a:off x="1734856" y="4454244"/>
                <a:ext cx="193780" cy="184029"/>
              </a:xfrm>
              <a:custGeom>
                <a:avLst/>
                <a:gdLst>
                  <a:gd name="connsiteX0" fmla="*/ 116681 w 190528"/>
                  <a:gd name="connsiteY0" fmla="*/ 0 h 180941"/>
                  <a:gd name="connsiteX1" fmla="*/ 123758 w 190528"/>
                  <a:gd name="connsiteY1" fmla="*/ 6172 h 180941"/>
                  <a:gd name="connsiteX2" fmla="*/ 123825 w 190528"/>
                  <a:gd name="connsiteY2" fmla="*/ 7144 h 180941"/>
                  <a:gd name="connsiteX3" fmla="*/ 123825 w 190528"/>
                  <a:gd name="connsiteY3" fmla="*/ 14307 h 180941"/>
                  <a:gd name="connsiteX4" fmla="*/ 118777 w 190528"/>
                  <a:gd name="connsiteY4" fmla="*/ 30537 h 180941"/>
                  <a:gd name="connsiteX5" fmla="*/ 142789 w 190528"/>
                  <a:gd name="connsiteY5" fmla="*/ 61874 h 180941"/>
                  <a:gd name="connsiteX6" fmla="*/ 145228 w 190528"/>
                  <a:gd name="connsiteY6" fmla="*/ 61874 h 180941"/>
                  <a:gd name="connsiteX7" fmla="*/ 166564 w 190528"/>
                  <a:gd name="connsiteY7" fmla="*/ 40357 h 180941"/>
                  <a:gd name="connsiteX8" fmla="*/ 166507 w 190528"/>
                  <a:gd name="connsiteY8" fmla="*/ 26213 h 180941"/>
                  <a:gd name="connsiteX9" fmla="*/ 173622 w 190528"/>
                  <a:gd name="connsiteY9" fmla="*/ 19040 h 180941"/>
                  <a:gd name="connsiteX10" fmla="*/ 180794 w 190528"/>
                  <a:gd name="connsiteY10" fmla="*/ 26156 h 180941"/>
                  <a:gd name="connsiteX11" fmla="*/ 180861 w 190528"/>
                  <a:gd name="connsiteY11" fmla="*/ 40300 h 180941"/>
                  <a:gd name="connsiteX12" fmla="*/ 147180 w 190528"/>
                  <a:gd name="connsiteY12" fmla="*/ 76114 h 180941"/>
                  <a:gd name="connsiteX13" fmla="*/ 145142 w 190528"/>
                  <a:gd name="connsiteY13" fmla="*/ 76171 h 180941"/>
                  <a:gd name="connsiteX14" fmla="*/ 142875 w 190528"/>
                  <a:gd name="connsiteY14" fmla="*/ 76162 h 180941"/>
                  <a:gd name="connsiteX15" fmla="*/ 142875 w 190528"/>
                  <a:gd name="connsiteY15" fmla="*/ 90468 h 180941"/>
                  <a:gd name="connsiteX16" fmla="*/ 183385 w 190528"/>
                  <a:gd name="connsiteY16" fmla="*/ 90468 h 180941"/>
                  <a:gd name="connsiteX17" fmla="*/ 190462 w 190528"/>
                  <a:gd name="connsiteY17" fmla="*/ 96650 h 180941"/>
                  <a:gd name="connsiteX18" fmla="*/ 190529 w 190528"/>
                  <a:gd name="connsiteY18" fmla="*/ 97622 h 180941"/>
                  <a:gd name="connsiteX19" fmla="*/ 184356 w 190528"/>
                  <a:gd name="connsiteY19" fmla="*/ 104699 h 180941"/>
                  <a:gd name="connsiteX20" fmla="*/ 183385 w 190528"/>
                  <a:gd name="connsiteY20" fmla="*/ 104765 h 180941"/>
                  <a:gd name="connsiteX21" fmla="*/ 142875 w 190528"/>
                  <a:gd name="connsiteY21" fmla="*/ 104765 h 180941"/>
                  <a:gd name="connsiteX22" fmla="*/ 142875 w 190528"/>
                  <a:gd name="connsiteY22" fmla="*/ 123806 h 180941"/>
                  <a:gd name="connsiteX23" fmla="*/ 145142 w 190528"/>
                  <a:gd name="connsiteY23" fmla="*/ 123806 h 180941"/>
                  <a:gd name="connsiteX24" fmla="*/ 147180 w 190528"/>
                  <a:gd name="connsiteY24" fmla="*/ 123873 h 180941"/>
                  <a:gd name="connsiteX25" fmla="*/ 180813 w 190528"/>
                  <a:gd name="connsiteY25" fmla="*/ 157782 h 180941"/>
                  <a:gd name="connsiteX26" fmla="*/ 180861 w 190528"/>
                  <a:gd name="connsiteY26" fmla="*/ 159687 h 180941"/>
                  <a:gd name="connsiteX27" fmla="*/ 180794 w 190528"/>
                  <a:gd name="connsiteY27" fmla="*/ 173831 h 180941"/>
                  <a:gd name="connsiteX28" fmla="*/ 173584 w 190528"/>
                  <a:gd name="connsiteY28" fmla="*/ 180908 h 180941"/>
                  <a:gd name="connsiteX29" fmla="*/ 166573 w 190528"/>
                  <a:gd name="connsiteY29" fmla="*/ 174736 h 180941"/>
                  <a:gd name="connsiteX30" fmla="*/ 166507 w 190528"/>
                  <a:gd name="connsiteY30" fmla="*/ 173765 h 180941"/>
                  <a:gd name="connsiteX31" fmla="*/ 166573 w 190528"/>
                  <a:gd name="connsiteY31" fmla="*/ 159620 h 180941"/>
                  <a:gd name="connsiteX32" fmla="*/ 146695 w 190528"/>
                  <a:gd name="connsiteY32" fmla="*/ 138160 h 180941"/>
                  <a:gd name="connsiteX33" fmla="*/ 145228 w 190528"/>
                  <a:gd name="connsiteY33" fmla="*/ 138103 h 180941"/>
                  <a:gd name="connsiteX34" fmla="*/ 140694 w 190528"/>
                  <a:gd name="connsiteY34" fmla="*/ 138103 h 180941"/>
                  <a:gd name="connsiteX35" fmla="*/ 80939 w 190528"/>
                  <a:gd name="connsiteY35" fmla="*/ 169235 h 180941"/>
                  <a:gd name="connsiteX36" fmla="*/ 49806 w 190528"/>
                  <a:gd name="connsiteY36" fmla="*/ 138103 h 180941"/>
                  <a:gd name="connsiteX37" fmla="*/ 45148 w 190528"/>
                  <a:gd name="connsiteY37" fmla="*/ 138103 h 180941"/>
                  <a:gd name="connsiteX38" fmla="*/ 23813 w 190528"/>
                  <a:gd name="connsiteY38" fmla="*/ 159620 h 180941"/>
                  <a:gd name="connsiteX39" fmla="*/ 23860 w 190528"/>
                  <a:gd name="connsiteY39" fmla="*/ 173765 h 180941"/>
                  <a:gd name="connsiteX40" fmla="*/ 16750 w 190528"/>
                  <a:gd name="connsiteY40" fmla="*/ 180942 h 180941"/>
                  <a:gd name="connsiteX41" fmla="*/ 9573 w 190528"/>
                  <a:gd name="connsiteY41" fmla="*/ 173831 h 180941"/>
                  <a:gd name="connsiteX42" fmla="*/ 9525 w 190528"/>
                  <a:gd name="connsiteY42" fmla="*/ 159677 h 180941"/>
                  <a:gd name="connsiteX43" fmla="*/ 43196 w 190528"/>
                  <a:gd name="connsiteY43" fmla="*/ 123863 h 180941"/>
                  <a:gd name="connsiteX44" fmla="*/ 45244 w 190528"/>
                  <a:gd name="connsiteY44" fmla="*/ 123815 h 180941"/>
                  <a:gd name="connsiteX45" fmla="*/ 47625 w 190528"/>
                  <a:gd name="connsiteY45" fmla="*/ 123806 h 180941"/>
                  <a:gd name="connsiteX46" fmla="*/ 47625 w 190528"/>
                  <a:gd name="connsiteY46" fmla="*/ 104756 h 180941"/>
                  <a:gd name="connsiteX47" fmla="*/ 7144 w 190528"/>
                  <a:gd name="connsiteY47" fmla="*/ 104756 h 180941"/>
                  <a:gd name="connsiteX48" fmla="*/ 67 w 190528"/>
                  <a:gd name="connsiteY48" fmla="*/ 98584 h 180941"/>
                  <a:gd name="connsiteX49" fmla="*/ 0 w 190528"/>
                  <a:gd name="connsiteY49" fmla="*/ 97622 h 180941"/>
                  <a:gd name="connsiteX50" fmla="*/ 6172 w 190528"/>
                  <a:gd name="connsiteY50" fmla="*/ 90545 h 180941"/>
                  <a:gd name="connsiteX51" fmla="*/ 7144 w 190528"/>
                  <a:gd name="connsiteY51" fmla="*/ 90478 h 180941"/>
                  <a:gd name="connsiteX52" fmla="*/ 47625 w 190528"/>
                  <a:gd name="connsiteY52" fmla="*/ 90468 h 180941"/>
                  <a:gd name="connsiteX53" fmla="*/ 47625 w 190528"/>
                  <a:gd name="connsiteY53" fmla="*/ 76162 h 180941"/>
                  <a:gd name="connsiteX54" fmla="*/ 45244 w 190528"/>
                  <a:gd name="connsiteY54" fmla="*/ 76162 h 180941"/>
                  <a:gd name="connsiteX55" fmla="*/ 43196 w 190528"/>
                  <a:gd name="connsiteY55" fmla="*/ 76114 h 180941"/>
                  <a:gd name="connsiteX56" fmla="*/ 9573 w 190528"/>
                  <a:gd name="connsiteY56" fmla="*/ 42205 h 180941"/>
                  <a:gd name="connsiteX57" fmla="*/ 9525 w 190528"/>
                  <a:gd name="connsiteY57" fmla="*/ 40291 h 180941"/>
                  <a:gd name="connsiteX58" fmla="*/ 9582 w 190528"/>
                  <a:gd name="connsiteY58" fmla="*/ 26146 h 180941"/>
                  <a:gd name="connsiteX59" fmla="*/ 16713 w 190528"/>
                  <a:gd name="connsiteY59" fmla="*/ 18990 h 180941"/>
                  <a:gd name="connsiteX60" fmla="*/ 23813 w 190528"/>
                  <a:gd name="connsiteY60" fmla="*/ 25232 h 180941"/>
                  <a:gd name="connsiteX61" fmla="*/ 23870 w 190528"/>
                  <a:gd name="connsiteY61" fmla="*/ 26203 h 180941"/>
                  <a:gd name="connsiteX62" fmla="*/ 23813 w 190528"/>
                  <a:gd name="connsiteY62" fmla="*/ 40357 h 180941"/>
                  <a:gd name="connsiteX63" fmla="*/ 43691 w 190528"/>
                  <a:gd name="connsiteY63" fmla="*/ 61827 h 180941"/>
                  <a:gd name="connsiteX64" fmla="*/ 45158 w 190528"/>
                  <a:gd name="connsiteY64" fmla="*/ 61884 h 180941"/>
                  <a:gd name="connsiteX65" fmla="*/ 47711 w 190528"/>
                  <a:gd name="connsiteY65" fmla="*/ 61884 h 180941"/>
                  <a:gd name="connsiteX66" fmla="*/ 71723 w 190528"/>
                  <a:gd name="connsiteY66" fmla="*/ 30528 h 180941"/>
                  <a:gd name="connsiteX67" fmla="*/ 66732 w 190528"/>
                  <a:gd name="connsiteY67" fmla="*/ 16297 h 180941"/>
                  <a:gd name="connsiteX68" fmla="*/ 66675 w 190528"/>
                  <a:gd name="connsiteY68" fmla="*/ 14307 h 180941"/>
                  <a:gd name="connsiteX69" fmla="*/ 66675 w 190528"/>
                  <a:gd name="connsiteY69" fmla="*/ 7144 h 180941"/>
                  <a:gd name="connsiteX70" fmla="*/ 73821 w 190528"/>
                  <a:gd name="connsiteY70" fmla="*/ 2 h 180941"/>
                  <a:gd name="connsiteX71" fmla="*/ 80896 w 190528"/>
                  <a:gd name="connsiteY71" fmla="*/ 6172 h 180941"/>
                  <a:gd name="connsiteX72" fmla="*/ 80963 w 190528"/>
                  <a:gd name="connsiteY72" fmla="*/ 7144 h 180941"/>
                  <a:gd name="connsiteX73" fmla="*/ 80963 w 190528"/>
                  <a:gd name="connsiteY73" fmla="*/ 14307 h 180941"/>
                  <a:gd name="connsiteX74" fmla="*/ 95247 w 190528"/>
                  <a:gd name="connsiteY74" fmla="*/ 28597 h 180941"/>
                  <a:gd name="connsiteX75" fmla="*/ 109471 w 190528"/>
                  <a:gd name="connsiteY75" fmla="*/ 15688 h 180941"/>
                  <a:gd name="connsiteX76" fmla="*/ 109538 w 190528"/>
                  <a:gd name="connsiteY76" fmla="*/ 14307 h 180941"/>
                  <a:gd name="connsiteX77" fmla="*/ 109538 w 190528"/>
                  <a:gd name="connsiteY77" fmla="*/ 7144 h 180941"/>
                  <a:gd name="connsiteX78" fmla="*/ 116681 w 190528"/>
                  <a:gd name="connsiteY78" fmla="*/ 0 h 180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190528" h="180941">
                    <a:moveTo>
                      <a:pt x="116681" y="0"/>
                    </a:moveTo>
                    <a:cubicBezTo>
                      <a:pt x="120251" y="0"/>
                      <a:pt x="123273" y="2636"/>
                      <a:pt x="123758" y="6172"/>
                    </a:cubicBezTo>
                    <a:lnTo>
                      <a:pt x="123825" y="7144"/>
                    </a:lnTo>
                    <a:lnTo>
                      <a:pt x="123825" y="14307"/>
                    </a:lnTo>
                    <a:cubicBezTo>
                      <a:pt x="123825" y="20336"/>
                      <a:pt x="121958" y="25927"/>
                      <a:pt x="118777" y="30537"/>
                    </a:cubicBezTo>
                    <a:cubicBezTo>
                      <a:pt x="132351" y="35208"/>
                      <a:pt x="141809" y="47552"/>
                      <a:pt x="142789" y="61874"/>
                    </a:cubicBezTo>
                    <a:lnTo>
                      <a:pt x="145228" y="61874"/>
                    </a:lnTo>
                    <a:cubicBezTo>
                      <a:pt x="157061" y="61822"/>
                      <a:pt x="166611" y="52190"/>
                      <a:pt x="166564" y="40357"/>
                    </a:cubicBezTo>
                    <a:lnTo>
                      <a:pt x="166507" y="26213"/>
                    </a:lnTo>
                    <a:cubicBezTo>
                      <a:pt x="166490" y="22267"/>
                      <a:pt x="169676" y="19056"/>
                      <a:pt x="173622" y="19040"/>
                    </a:cubicBezTo>
                    <a:cubicBezTo>
                      <a:pt x="177567" y="19025"/>
                      <a:pt x="180778" y="22210"/>
                      <a:pt x="180794" y="26156"/>
                    </a:cubicBezTo>
                    <a:lnTo>
                      <a:pt x="180861" y="40300"/>
                    </a:lnTo>
                    <a:cubicBezTo>
                      <a:pt x="180943" y="59295"/>
                      <a:pt x="166144" y="75031"/>
                      <a:pt x="147180" y="76114"/>
                    </a:cubicBezTo>
                    <a:lnTo>
                      <a:pt x="145142" y="76171"/>
                    </a:lnTo>
                    <a:lnTo>
                      <a:pt x="142875" y="76162"/>
                    </a:lnTo>
                    <a:lnTo>
                      <a:pt x="142875" y="90468"/>
                    </a:lnTo>
                    <a:lnTo>
                      <a:pt x="183385" y="90468"/>
                    </a:lnTo>
                    <a:cubicBezTo>
                      <a:pt x="186958" y="90469"/>
                      <a:pt x="189981" y="93110"/>
                      <a:pt x="190462" y="96650"/>
                    </a:cubicBezTo>
                    <a:lnTo>
                      <a:pt x="190529" y="97622"/>
                    </a:lnTo>
                    <a:cubicBezTo>
                      <a:pt x="190529" y="101192"/>
                      <a:pt x="187893" y="104213"/>
                      <a:pt x="184356" y="104699"/>
                    </a:cubicBezTo>
                    <a:lnTo>
                      <a:pt x="183385" y="104765"/>
                    </a:lnTo>
                    <a:lnTo>
                      <a:pt x="142875" y="104765"/>
                    </a:lnTo>
                    <a:lnTo>
                      <a:pt x="142875" y="123806"/>
                    </a:lnTo>
                    <a:lnTo>
                      <a:pt x="145142" y="123806"/>
                    </a:lnTo>
                    <a:lnTo>
                      <a:pt x="147180" y="123873"/>
                    </a:lnTo>
                    <a:cubicBezTo>
                      <a:pt x="165410" y="124918"/>
                      <a:pt x="179918" y="139543"/>
                      <a:pt x="180813" y="157782"/>
                    </a:cubicBezTo>
                    <a:lnTo>
                      <a:pt x="180861" y="159687"/>
                    </a:lnTo>
                    <a:lnTo>
                      <a:pt x="180794" y="173831"/>
                    </a:lnTo>
                    <a:cubicBezTo>
                      <a:pt x="180757" y="177777"/>
                      <a:pt x="177529" y="180945"/>
                      <a:pt x="173584" y="180908"/>
                    </a:cubicBezTo>
                    <a:cubicBezTo>
                      <a:pt x="170039" y="180875"/>
                      <a:pt x="167055" y="178248"/>
                      <a:pt x="166573" y="174736"/>
                    </a:cubicBezTo>
                    <a:lnTo>
                      <a:pt x="166507" y="173765"/>
                    </a:lnTo>
                    <a:lnTo>
                      <a:pt x="166573" y="159620"/>
                    </a:lnTo>
                    <a:cubicBezTo>
                      <a:pt x="166618" y="148354"/>
                      <a:pt x="157931" y="138976"/>
                      <a:pt x="146695" y="138160"/>
                    </a:cubicBezTo>
                    <a:lnTo>
                      <a:pt x="145228" y="138103"/>
                    </a:lnTo>
                    <a:lnTo>
                      <a:pt x="140694" y="138103"/>
                    </a:lnTo>
                    <a:cubicBezTo>
                      <a:pt x="132790" y="163201"/>
                      <a:pt x="106036" y="177139"/>
                      <a:pt x="80939" y="169235"/>
                    </a:cubicBezTo>
                    <a:cubicBezTo>
                      <a:pt x="66101" y="164562"/>
                      <a:pt x="54479" y="152940"/>
                      <a:pt x="49806" y="138103"/>
                    </a:cubicBezTo>
                    <a:lnTo>
                      <a:pt x="45148" y="138103"/>
                    </a:lnTo>
                    <a:cubicBezTo>
                      <a:pt x="33316" y="138155"/>
                      <a:pt x="23765" y="147787"/>
                      <a:pt x="23813" y="159620"/>
                    </a:cubicBezTo>
                    <a:lnTo>
                      <a:pt x="23860" y="173765"/>
                    </a:lnTo>
                    <a:cubicBezTo>
                      <a:pt x="23879" y="177710"/>
                      <a:pt x="20695" y="180924"/>
                      <a:pt x="16750" y="180942"/>
                    </a:cubicBezTo>
                    <a:cubicBezTo>
                      <a:pt x="12804" y="180960"/>
                      <a:pt x="9591" y="177777"/>
                      <a:pt x="9573" y="173831"/>
                    </a:cubicBezTo>
                    <a:lnTo>
                      <a:pt x="9525" y="159677"/>
                    </a:lnTo>
                    <a:cubicBezTo>
                      <a:pt x="9443" y="140686"/>
                      <a:pt x="24236" y="124952"/>
                      <a:pt x="43196" y="123863"/>
                    </a:cubicBezTo>
                    <a:lnTo>
                      <a:pt x="45244" y="123815"/>
                    </a:lnTo>
                    <a:lnTo>
                      <a:pt x="47625" y="123806"/>
                    </a:lnTo>
                    <a:lnTo>
                      <a:pt x="47625" y="104756"/>
                    </a:lnTo>
                    <a:lnTo>
                      <a:pt x="7144" y="104756"/>
                    </a:lnTo>
                    <a:cubicBezTo>
                      <a:pt x="3574" y="104756"/>
                      <a:pt x="552" y="102120"/>
                      <a:pt x="67" y="98584"/>
                    </a:cubicBezTo>
                    <a:lnTo>
                      <a:pt x="0" y="97622"/>
                    </a:lnTo>
                    <a:cubicBezTo>
                      <a:pt x="0" y="94052"/>
                      <a:pt x="2636" y="91030"/>
                      <a:pt x="6172" y="90545"/>
                    </a:cubicBezTo>
                    <a:lnTo>
                      <a:pt x="7144" y="90478"/>
                    </a:lnTo>
                    <a:lnTo>
                      <a:pt x="47625" y="90468"/>
                    </a:lnTo>
                    <a:lnTo>
                      <a:pt x="47625" y="76162"/>
                    </a:lnTo>
                    <a:lnTo>
                      <a:pt x="45244" y="76162"/>
                    </a:lnTo>
                    <a:lnTo>
                      <a:pt x="43196" y="76114"/>
                    </a:lnTo>
                    <a:cubicBezTo>
                      <a:pt x="24969" y="75065"/>
                      <a:pt x="10467" y="60440"/>
                      <a:pt x="9573" y="42205"/>
                    </a:cubicBezTo>
                    <a:lnTo>
                      <a:pt x="9525" y="40291"/>
                    </a:lnTo>
                    <a:lnTo>
                      <a:pt x="9582" y="26146"/>
                    </a:lnTo>
                    <a:cubicBezTo>
                      <a:pt x="9575" y="22201"/>
                      <a:pt x="12768" y="18997"/>
                      <a:pt x="16713" y="18990"/>
                    </a:cubicBezTo>
                    <a:cubicBezTo>
                      <a:pt x="20315" y="18983"/>
                      <a:pt x="23358" y="21659"/>
                      <a:pt x="23813" y="25232"/>
                    </a:cubicBezTo>
                    <a:lnTo>
                      <a:pt x="23870" y="26203"/>
                    </a:lnTo>
                    <a:lnTo>
                      <a:pt x="23813" y="40357"/>
                    </a:lnTo>
                    <a:cubicBezTo>
                      <a:pt x="23763" y="51628"/>
                      <a:pt x="32451" y="61010"/>
                      <a:pt x="43691" y="61827"/>
                    </a:cubicBezTo>
                    <a:lnTo>
                      <a:pt x="45158" y="61884"/>
                    </a:lnTo>
                    <a:lnTo>
                      <a:pt x="47711" y="61884"/>
                    </a:lnTo>
                    <a:cubicBezTo>
                      <a:pt x="48690" y="47558"/>
                      <a:pt x="58148" y="35208"/>
                      <a:pt x="71723" y="30528"/>
                    </a:cubicBezTo>
                    <a:cubicBezTo>
                      <a:pt x="68802" y="26324"/>
                      <a:pt x="67077" y="21405"/>
                      <a:pt x="66732" y="16297"/>
                    </a:cubicBezTo>
                    <a:lnTo>
                      <a:pt x="66675" y="14307"/>
                    </a:lnTo>
                    <a:lnTo>
                      <a:pt x="66675" y="7144"/>
                    </a:lnTo>
                    <a:cubicBezTo>
                      <a:pt x="66676" y="3198"/>
                      <a:pt x="69876" y="1"/>
                      <a:pt x="73821" y="2"/>
                    </a:cubicBezTo>
                    <a:cubicBezTo>
                      <a:pt x="77390" y="3"/>
                      <a:pt x="80409" y="2637"/>
                      <a:pt x="80896" y="6172"/>
                    </a:cubicBezTo>
                    <a:lnTo>
                      <a:pt x="80963" y="7144"/>
                    </a:lnTo>
                    <a:lnTo>
                      <a:pt x="80963" y="14307"/>
                    </a:lnTo>
                    <a:cubicBezTo>
                      <a:pt x="80962" y="22197"/>
                      <a:pt x="87357" y="28595"/>
                      <a:pt x="95247" y="28597"/>
                    </a:cubicBezTo>
                    <a:cubicBezTo>
                      <a:pt x="102605" y="28598"/>
                      <a:pt x="108761" y="23011"/>
                      <a:pt x="109471" y="15688"/>
                    </a:cubicBezTo>
                    <a:lnTo>
                      <a:pt x="109538" y="14307"/>
                    </a:lnTo>
                    <a:lnTo>
                      <a:pt x="109538" y="7144"/>
                    </a:lnTo>
                    <a:cubicBezTo>
                      <a:pt x="109538" y="3198"/>
                      <a:pt x="112736" y="0"/>
                      <a:pt x="116681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12700">
                <a:noFill/>
                <a:headEnd type="none" w="med" len="med"/>
                <a:tailEnd type="none" w="med" len="med"/>
              </a:ln>
              <a:effectLst/>
              <a:scene3d>
                <a:camera prst="perspectiveRight" fov="2700000">
                  <a:rot lat="0" lon="21594000" rev="0"/>
                </a:camera>
                <a:lightRig rig="flat" dir="t"/>
              </a:scene3d>
              <a:sp3d>
                <a:bevelT w="0" h="38100"/>
                <a:bevelB w="0" h="0"/>
                <a:contourClr>
                  <a:schemeClr val="bg1"/>
                </a:contourClr>
              </a:sp3d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Segoe UI" pitchFamily="34" charset="0"/>
                </a:endParaRPr>
              </a:p>
            </p:txBody>
          </p:sp>
        </p:grpSp>
        <p:sp>
          <p:nvSpPr>
            <p:cNvPr id="27" name="TextBox 15">
              <a:extLst>
                <a:ext uri="{FF2B5EF4-FFF2-40B4-BE49-F238E27FC236}">
                  <a16:creationId xmlns:a16="http://schemas.microsoft.com/office/drawing/2014/main" id="{52C37DDA-DCAF-2D53-F554-56EAC5C8D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1256879" y="4522199"/>
              <a:ext cx="1044406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User prompt</a:t>
              </a:r>
            </a:p>
          </p:txBody>
        </p:sp>
        <p:sp>
          <p:nvSpPr>
            <p:cNvPr id="28" name="TextBox 16">
              <a:extLst>
                <a:ext uri="{FF2B5EF4-FFF2-40B4-BE49-F238E27FC236}">
                  <a16:creationId xmlns:a16="http://schemas.microsoft.com/office/drawing/2014/main" id="{BF40C186-72C7-CC99-401A-A867253E4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648803" y="4522199"/>
              <a:ext cx="1393872" cy="37702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External content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(web, grounding data)</a:t>
              </a:r>
            </a:p>
          </p:txBody>
        </p: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F532C501-3905-A287-1B24-6A9BA032A5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4346545" y="4522199"/>
              <a:ext cx="107655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Extensions</a:t>
              </a:r>
            </a:p>
          </p:txBody>
        </p:sp>
      </p:grpSp>
      <p:grpSp>
        <p:nvGrpSpPr>
          <p:cNvPr id="4" name="Group 3" descr="At the top is Indirect prompt injection (Poisoned content).&#10;&#10;Within this are three circles. Below each circle is labelled User prompt, RAG (Web, grounding data), and Extensions.&#10;&#10;The user prompt circle is filled. The RAG and Extensions circles are not filled but both have a spider icon.">
            <a:extLst>
              <a:ext uri="{FF2B5EF4-FFF2-40B4-BE49-F238E27FC236}">
                <a16:creationId xmlns:a16="http://schemas.microsoft.com/office/drawing/2014/main" id="{00BB846E-744C-9417-1B60-50AD9462B713}"/>
              </a:ext>
            </a:extLst>
          </p:cNvPr>
          <p:cNvGrpSpPr/>
          <p:nvPr/>
        </p:nvGrpSpPr>
        <p:grpSpPr>
          <a:xfrm>
            <a:off x="6190362" y="2475929"/>
            <a:ext cx="5358576" cy="3630654"/>
            <a:chOff x="6191885" y="2249446"/>
            <a:chExt cx="5358576" cy="3630654"/>
          </a:xfrm>
        </p:grpSpPr>
        <p:sp>
          <p:nvSpPr>
            <p:cNvPr id="5" name="Rounded Rectangle 21">
              <a:extLst>
                <a:ext uri="{FF2B5EF4-FFF2-40B4-BE49-F238E27FC236}">
                  <a16:creationId xmlns:a16="http://schemas.microsoft.com/office/drawing/2014/main" id="{1C919CAE-C3D9-474B-93D6-AD014739B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404978" y="2462688"/>
              <a:ext cx="4932390" cy="3417412"/>
            </a:xfrm>
            <a:prstGeom prst="roundRect">
              <a:avLst>
                <a:gd name="adj" fmla="val 4071"/>
              </a:avLst>
            </a:prstGeom>
            <a:ln w="12700" cap="rnd">
              <a:gradFill flip="none" rotWithShape="1">
                <a:gsLst>
                  <a:gs pos="0">
                    <a:srgbClr val="F65567"/>
                  </a:gs>
                  <a:gs pos="32000">
                    <a:srgbClr val="AC35AF"/>
                  </a:gs>
                  <a:gs pos="68000">
                    <a:srgbClr val="0A6BBA"/>
                  </a:gs>
                  <a:gs pos="100000">
                    <a:srgbClr val="318581"/>
                  </a:gs>
                </a:gsLst>
                <a:path path="circle">
                  <a:fillToRect l="100000" t="100000"/>
                </a:path>
                <a:tileRect r="-100000" b="-100000"/>
              </a:gradFill>
              <a:headEnd type="none" w="lg" len="sm"/>
              <a:tailEnd type="none" w="lg" len="sm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6" name="TextBox 25">
              <a:extLst>
                <a:ext uri="{FF2B5EF4-FFF2-40B4-BE49-F238E27FC236}">
                  <a16:creationId xmlns:a16="http://schemas.microsoft.com/office/drawing/2014/main" id="{A073F45D-AF1F-4E29-CAE0-B761A035F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6835111" y="2249446"/>
              <a:ext cx="4072125" cy="426315"/>
            </a:xfrm>
            <a:prstGeom prst="roundRect">
              <a:avLst>
                <a:gd name="adj" fmla="val 23520"/>
              </a:avLst>
            </a:prstGeom>
            <a:gradFill flip="none" rotWithShape="1">
              <a:gsLst>
                <a:gs pos="0">
                  <a:srgbClr val="C03BC4"/>
                </a:gs>
                <a:gs pos="80000">
                  <a:srgbClr val="0078D4"/>
                </a:gs>
              </a:gsLst>
              <a:path path="circle">
                <a:fillToRect l="100000" t="100000"/>
              </a:path>
              <a:tileRect r="-100000" b="-100000"/>
            </a:gradFill>
            <a:ln w="63897" cap="flat">
              <a:noFill/>
              <a:prstDash val="solid"/>
              <a:miter/>
            </a:ln>
            <a:effectLst/>
          </p:spPr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700" b="0" i="0" u="none" strike="noStrike" kern="1200" cap="none" spc="0" normalizeH="0" baseline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Arial" panose="020B0604020202020204" pitchFamily="34" charset="0"/>
                </a:rPr>
                <a:t>Indirect prompt injection (XPIA)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F4182D05-B0B5-EE62-87AB-EF2720ED0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191885" y="3619969"/>
              <a:ext cx="5358576" cy="704850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20000"/>
              </a:schemeClr>
            </a:solidFill>
            <a:ln w="63897" cap="flat">
              <a:noFill/>
              <a:prstDash val="solid"/>
              <a:miter/>
            </a:ln>
            <a:effectLst>
              <a:outerShdw blurRad="63500" dist="63500" dir="2700000" algn="tl" rotWithShape="0">
                <a:srgbClr val="454142">
                  <a:alpha val="20000"/>
                </a:srgbClr>
              </a:outerShdw>
            </a:effectLst>
          </p:spPr>
          <p:txBody>
            <a:bodyPr rot="0" spcFirstLastPara="0" vert="horz" wrap="square" lIns="72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1" i="0" u="none" strike="noStrike" kern="1200" cap="none" spc="0" normalizeH="0" baseline="0" noProof="0">
                <a:ln w="3175">
                  <a:noFill/>
                </a:ln>
                <a:gradFill>
                  <a:gsLst>
                    <a:gs pos="53147">
                      <a:srgbClr val="FFFFFF"/>
                    </a:gs>
                    <a:gs pos="28000">
                      <a:srgbClr val="FFFFFF"/>
                    </a:gs>
                  </a:gsLst>
                  <a:path path="circle">
                    <a:fillToRect l="100000" b="100000"/>
                  </a:path>
                </a:gradFill>
                <a:effectLst/>
                <a:uLnTx/>
                <a:uFillTx/>
                <a:latin typeface="Segoe UI Semibold"/>
                <a:ea typeface="+mn-ea"/>
                <a:cs typeface="Segoe UI" pitchFamily="34" charset="0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E070D8F-27F0-F896-7B31-F8CE77057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609928" y="3762077"/>
              <a:ext cx="1416748" cy="420633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63897" cap="flat">
              <a:noFill/>
              <a:prstDash val="solid"/>
              <a:miter/>
            </a:ln>
            <a:effectLst/>
          </p:spPr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2DFD9A8-46BA-4066-A085-065BDA9F8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8157060" y="3762077"/>
              <a:ext cx="1416748" cy="42063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C03BC4"/>
                </a:gs>
                <a:gs pos="80000">
                  <a:srgbClr val="0078D4"/>
                </a:gs>
              </a:gsLst>
              <a:path path="circle">
                <a:fillToRect l="100000" t="100000"/>
              </a:path>
              <a:tileRect r="-100000" b="-100000"/>
            </a:gradFill>
            <a:ln w="63897" cap="flat">
              <a:noFill/>
              <a:prstDash val="solid"/>
              <a:miter/>
            </a:ln>
            <a:effectLst/>
          </p:spPr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7CD3E1A9-A59A-1351-DD82-29EF1B78D5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9715670" y="3762077"/>
              <a:ext cx="1416748" cy="42063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C03BC4"/>
                </a:gs>
                <a:gs pos="80000">
                  <a:srgbClr val="0078D4"/>
                </a:gs>
              </a:gsLst>
              <a:path path="circle">
                <a:fillToRect l="100000" t="100000"/>
              </a:path>
              <a:tileRect r="-100000" b="-100000"/>
            </a:gradFill>
            <a:ln w="63897" cap="flat">
              <a:noFill/>
              <a:prstDash val="solid"/>
              <a:miter/>
            </a:ln>
            <a:effectLst/>
          </p:spPr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11" name="TextBox 38">
              <a:extLst>
                <a:ext uri="{FF2B5EF4-FFF2-40B4-BE49-F238E27FC236}">
                  <a16:creationId xmlns:a16="http://schemas.microsoft.com/office/drawing/2014/main" id="{FFBBA774-963F-ED94-D716-74AF985611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6796099" y="4522199"/>
              <a:ext cx="1044406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User prompt</a:t>
              </a:r>
            </a:p>
          </p:txBody>
        </p:sp>
        <p:grpSp>
          <p:nvGrpSpPr>
            <p:cNvPr id="12" name="Group 11" descr="A graphic of a bug">
              <a:extLst>
                <a:ext uri="{FF2B5EF4-FFF2-40B4-BE49-F238E27FC236}">
                  <a16:creationId xmlns:a16="http://schemas.microsoft.com/office/drawing/2014/main" id="{393F94C8-296F-8BA1-7153-429BD02C6120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GrpSpPr/>
            <p:nvPr/>
          </p:nvGrpSpPr>
          <p:grpSpPr>
            <a:xfrm>
              <a:off x="8690170" y="3797129"/>
              <a:ext cx="350528" cy="350528"/>
              <a:chOff x="2117675" y="4151895"/>
              <a:chExt cx="350528" cy="350528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231962ED-8694-08FC-5846-527483E028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 bwMode="auto">
              <a:xfrm>
                <a:off x="2117675" y="4151895"/>
                <a:ext cx="350528" cy="350528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Segoe UI" pitchFamily="34" charset="0"/>
                </a:endParaRPr>
              </a:p>
            </p:txBody>
          </p:sp>
          <p:sp>
            <p:nvSpPr>
              <p:cNvPr id="19" name="Graphic 39">
                <a:extLst>
                  <a:ext uri="{FF2B5EF4-FFF2-40B4-BE49-F238E27FC236}">
                    <a16:creationId xmlns:a16="http://schemas.microsoft.com/office/drawing/2014/main" id="{C1268597-7A60-28A4-71A2-6444D39F9C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9800000">
                <a:off x="2196049" y="4235145"/>
                <a:ext cx="193780" cy="184029"/>
              </a:xfrm>
              <a:custGeom>
                <a:avLst/>
                <a:gdLst>
                  <a:gd name="connsiteX0" fmla="*/ 116681 w 190528"/>
                  <a:gd name="connsiteY0" fmla="*/ 0 h 180941"/>
                  <a:gd name="connsiteX1" fmla="*/ 123758 w 190528"/>
                  <a:gd name="connsiteY1" fmla="*/ 6172 h 180941"/>
                  <a:gd name="connsiteX2" fmla="*/ 123825 w 190528"/>
                  <a:gd name="connsiteY2" fmla="*/ 7144 h 180941"/>
                  <a:gd name="connsiteX3" fmla="*/ 123825 w 190528"/>
                  <a:gd name="connsiteY3" fmla="*/ 14307 h 180941"/>
                  <a:gd name="connsiteX4" fmla="*/ 118777 w 190528"/>
                  <a:gd name="connsiteY4" fmla="*/ 30537 h 180941"/>
                  <a:gd name="connsiteX5" fmla="*/ 142789 w 190528"/>
                  <a:gd name="connsiteY5" fmla="*/ 61874 h 180941"/>
                  <a:gd name="connsiteX6" fmla="*/ 145228 w 190528"/>
                  <a:gd name="connsiteY6" fmla="*/ 61874 h 180941"/>
                  <a:gd name="connsiteX7" fmla="*/ 166564 w 190528"/>
                  <a:gd name="connsiteY7" fmla="*/ 40357 h 180941"/>
                  <a:gd name="connsiteX8" fmla="*/ 166507 w 190528"/>
                  <a:gd name="connsiteY8" fmla="*/ 26213 h 180941"/>
                  <a:gd name="connsiteX9" fmla="*/ 173622 w 190528"/>
                  <a:gd name="connsiteY9" fmla="*/ 19040 h 180941"/>
                  <a:gd name="connsiteX10" fmla="*/ 180794 w 190528"/>
                  <a:gd name="connsiteY10" fmla="*/ 26156 h 180941"/>
                  <a:gd name="connsiteX11" fmla="*/ 180861 w 190528"/>
                  <a:gd name="connsiteY11" fmla="*/ 40300 h 180941"/>
                  <a:gd name="connsiteX12" fmla="*/ 147180 w 190528"/>
                  <a:gd name="connsiteY12" fmla="*/ 76114 h 180941"/>
                  <a:gd name="connsiteX13" fmla="*/ 145142 w 190528"/>
                  <a:gd name="connsiteY13" fmla="*/ 76171 h 180941"/>
                  <a:gd name="connsiteX14" fmla="*/ 142875 w 190528"/>
                  <a:gd name="connsiteY14" fmla="*/ 76162 h 180941"/>
                  <a:gd name="connsiteX15" fmla="*/ 142875 w 190528"/>
                  <a:gd name="connsiteY15" fmla="*/ 90468 h 180941"/>
                  <a:gd name="connsiteX16" fmla="*/ 183385 w 190528"/>
                  <a:gd name="connsiteY16" fmla="*/ 90468 h 180941"/>
                  <a:gd name="connsiteX17" fmla="*/ 190462 w 190528"/>
                  <a:gd name="connsiteY17" fmla="*/ 96650 h 180941"/>
                  <a:gd name="connsiteX18" fmla="*/ 190529 w 190528"/>
                  <a:gd name="connsiteY18" fmla="*/ 97622 h 180941"/>
                  <a:gd name="connsiteX19" fmla="*/ 184356 w 190528"/>
                  <a:gd name="connsiteY19" fmla="*/ 104699 h 180941"/>
                  <a:gd name="connsiteX20" fmla="*/ 183385 w 190528"/>
                  <a:gd name="connsiteY20" fmla="*/ 104765 h 180941"/>
                  <a:gd name="connsiteX21" fmla="*/ 142875 w 190528"/>
                  <a:gd name="connsiteY21" fmla="*/ 104765 h 180941"/>
                  <a:gd name="connsiteX22" fmla="*/ 142875 w 190528"/>
                  <a:gd name="connsiteY22" fmla="*/ 123806 h 180941"/>
                  <a:gd name="connsiteX23" fmla="*/ 145142 w 190528"/>
                  <a:gd name="connsiteY23" fmla="*/ 123806 h 180941"/>
                  <a:gd name="connsiteX24" fmla="*/ 147180 w 190528"/>
                  <a:gd name="connsiteY24" fmla="*/ 123873 h 180941"/>
                  <a:gd name="connsiteX25" fmla="*/ 180813 w 190528"/>
                  <a:gd name="connsiteY25" fmla="*/ 157782 h 180941"/>
                  <a:gd name="connsiteX26" fmla="*/ 180861 w 190528"/>
                  <a:gd name="connsiteY26" fmla="*/ 159687 h 180941"/>
                  <a:gd name="connsiteX27" fmla="*/ 180794 w 190528"/>
                  <a:gd name="connsiteY27" fmla="*/ 173831 h 180941"/>
                  <a:gd name="connsiteX28" fmla="*/ 173584 w 190528"/>
                  <a:gd name="connsiteY28" fmla="*/ 180908 h 180941"/>
                  <a:gd name="connsiteX29" fmla="*/ 166573 w 190528"/>
                  <a:gd name="connsiteY29" fmla="*/ 174736 h 180941"/>
                  <a:gd name="connsiteX30" fmla="*/ 166507 w 190528"/>
                  <a:gd name="connsiteY30" fmla="*/ 173765 h 180941"/>
                  <a:gd name="connsiteX31" fmla="*/ 166573 w 190528"/>
                  <a:gd name="connsiteY31" fmla="*/ 159620 h 180941"/>
                  <a:gd name="connsiteX32" fmla="*/ 146695 w 190528"/>
                  <a:gd name="connsiteY32" fmla="*/ 138160 h 180941"/>
                  <a:gd name="connsiteX33" fmla="*/ 145228 w 190528"/>
                  <a:gd name="connsiteY33" fmla="*/ 138103 h 180941"/>
                  <a:gd name="connsiteX34" fmla="*/ 140694 w 190528"/>
                  <a:gd name="connsiteY34" fmla="*/ 138103 h 180941"/>
                  <a:gd name="connsiteX35" fmla="*/ 80939 w 190528"/>
                  <a:gd name="connsiteY35" fmla="*/ 169235 h 180941"/>
                  <a:gd name="connsiteX36" fmla="*/ 49806 w 190528"/>
                  <a:gd name="connsiteY36" fmla="*/ 138103 h 180941"/>
                  <a:gd name="connsiteX37" fmla="*/ 45148 w 190528"/>
                  <a:gd name="connsiteY37" fmla="*/ 138103 h 180941"/>
                  <a:gd name="connsiteX38" fmla="*/ 23813 w 190528"/>
                  <a:gd name="connsiteY38" fmla="*/ 159620 h 180941"/>
                  <a:gd name="connsiteX39" fmla="*/ 23860 w 190528"/>
                  <a:gd name="connsiteY39" fmla="*/ 173765 h 180941"/>
                  <a:gd name="connsiteX40" fmla="*/ 16750 w 190528"/>
                  <a:gd name="connsiteY40" fmla="*/ 180942 h 180941"/>
                  <a:gd name="connsiteX41" fmla="*/ 9573 w 190528"/>
                  <a:gd name="connsiteY41" fmla="*/ 173831 h 180941"/>
                  <a:gd name="connsiteX42" fmla="*/ 9525 w 190528"/>
                  <a:gd name="connsiteY42" fmla="*/ 159677 h 180941"/>
                  <a:gd name="connsiteX43" fmla="*/ 43196 w 190528"/>
                  <a:gd name="connsiteY43" fmla="*/ 123863 h 180941"/>
                  <a:gd name="connsiteX44" fmla="*/ 45244 w 190528"/>
                  <a:gd name="connsiteY44" fmla="*/ 123815 h 180941"/>
                  <a:gd name="connsiteX45" fmla="*/ 47625 w 190528"/>
                  <a:gd name="connsiteY45" fmla="*/ 123806 h 180941"/>
                  <a:gd name="connsiteX46" fmla="*/ 47625 w 190528"/>
                  <a:gd name="connsiteY46" fmla="*/ 104756 h 180941"/>
                  <a:gd name="connsiteX47" fmla="*/ 7144 w 190528"/>
                  <a:gd name="connsiteY47" fmla="*/ 104756 h 180941"/>
                  <a:gd name="connsiteX48" fmla="*/ 67 w 190528"/>
                  <a:gd name="connsiteY48" fmla="*/ 98584 h 180941"/>
                  <a:gd name="connsiteX49" fmla="*/ 0 w 190528"/>
                  <a:gd name="connsiteY49" fmla="*/ 97622 h 180941"/>
                  <a:gd name="connsiteX50" fmla="*/ 6172 w 190528"/>
                  <a:gd name="connsiteY50" fmla="*/ 90545 h 180941"/>
                  <a:gd name="connsiteX51" fmla="*/ 7144 w 190528"/>
                  <a:gd name="connsiteY51" fmla="*/ 90478 h 180941"/>
                  <a:gd name="connsiteX52" fmla="*/ 47625 w 190528"/>
                  <a:gd name="connsiteY52" fmla="*/ 90468 h 180941"/>
                  <a:gd name="connsiteX53" fmla="*/ 47625 w 190528"/>
                  <a:gd name="connsiteY53" fmla="*/ 76162 h 180941"/>
                  <a:gd name="connsiteX54" fmla="*/ 45244 w 190528"/>
                  <a:gd name="connsiteY54" fmla="*/ 76162 h 180941"/>
                  <a:gd name="connsiteX55" fmla="*/ 43196 w 190528"/>
                  <a:gd name="connsiteY55" fmla="*/ 76114 h 180941"/>
                  <a:gd name="connsiteX56" fmla="*/ 9573 w 190528"/>
                  <a:gd name="connsiteY56" fmla="*/ 42205 h 180941"/>
                  <a:gd name="connsiteX57" fmla="*/ 9525 w 190528"/>
                  <a:gd name="connsiteY57" fmla="*/ 40291 h 180941"/>
                  <a:gd name="connsiteX58" fmla="*/ 9582 w 190528"/>
                  <a:gd name="connsiteY58" fmla="*/ 26146 h 180941"/>
                  <a:gd name="connsiteX59" fmla="*/ 16713 w 190528"/>
                  <a:gd name="connsiteY59" fmla="*/ 18990 h 180941"/>
                  <a:gd name="connsiteX60" fmla="*/ 23813 w 190528"/>
                  <a:gd name="connsiteY60" fmla="*/ 25232 h 180941"/>
                  <a:gd name="connsiteX61" fmla="*/ 23870 w 190528"/>
                  <a:gd name="connsiteY61" fmla="*/ 26203 h 180941"/>
                  <a:gd name="connsiteX62" fmla="*/ 23813 w 190528"/>
                  <a:gd name="connsiteY62" fmla="*/ 40357 h 180941"/>
                  <a:gd name="connsiteX63" fmla="*/ 43691 w 190528"/>
                  <a:gd name="connsiteY63" fmla="*/ 61827 h 180941"/>
                  <a:gd name="connsiteX64" fmla="*/ 45158 w 190528"/>
                  <a:gd name="connsiteY64" fmla="*/ 61884 h 180941"/>
                  <a:gd name="connsiteX65" fmla="*/ 47711 w 190528"/>
                  <a:gd name="connsiteY65" fmla="*/ 61884 h 180941"/>
                  <a:gd name="connsiteX66" fmla="*/ 71723 w 190528"/>
                  <a:gd name="connsiteY66" fmla="*/ 30528 h 180941"/>
                  <a:gd name="connsiteX67" fmla="*/ 66732 w 190528"/>
                  <a:gd name="connsiteY67" fmla="*/ 16297 h 180941"/>
                  <a:gd name="connsiteX68" fmla="*/ 66675 w 190528"/>
                  <a:gd name="connsiteY68" fmla="*/ 14307 h 180941"/>
                  <a:gd name="connsiteX69" fmla="*/ 66675 w 190528"/>
                  <a:gd name="connsiteY69" fmla="*/ 7144 h 180941"/>
                  <a:gd name="connsiteX70" fmla="*/ 73821 w 190528"/>
                  <a:gd name="connsiteY70" fmla="*/ 2 h 180941"/>
                  <a:gd name="connsiteX71" fmla="*/ 80896 w 190528"/>
                  <a:gd name="connsiteY71" fmla="*/ 6172 h 180941"/>
                  <a:gd name="connsiteX72" fmla="*/ 80963 w 190528"/>
                  <a:gd name="connsiteY72" fmla="*/ 7144 h 180941"/>
                  <a:gd name="connsiteX73" fmla="*/ 80963 w 190528"/>
                  <a:gd name="connsiteY73" fmla="*/ 14307 h 180941"/>
                  <a:gd name="connsiteX74" fmla="*/ 95247 w 190528"/>
                  <a:gd name="connsiteY74" fmla="*/ 28597 h 180941"/>
                  <a:gd name="connsiteX75" fmla="*/ 109471 w 190528"/>
                  <a:gd name="connsiteY75" fmla="*/ 15688 h 180941"/>
                  <a:gd name="connsiteX76" fmla="*/ 109538 w 190528"/>
                  <a:gd name="connsiteY76" fmla="*/ 14307 h 180941"/>
                  <a:gd name="connsiteX77" fmla="*/ 109538 w 190528"/>
                  <a:gd name="connsiteY77" fmla="*/ 7144 h 180941"/>
                  <a:gd name="connsiteX78" fmla="*/ 116681 w 190528"/>
                  <a:gd name="connsiteY78" fmla="*/ 0 h 180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190528" h="180941">
                    <a:moveTo>
                      <a:pt x="116681" y="0"/>
                    </a:moveTo>
                    <a:cubicBezTo>
                      <a:pt x="120251" y="0"/>
                      <a:pt x="123273" y="2636"/>
                      <a:pt x="123758" y="6172"/>
                    </a:cubicBezTo>
                    <a:lnTo>
                      <a:pt x="123825" y="7144"/>
                    </a:lnTo>
                    <a:lnTo>
                      <a:pt x="123825" y="14307"/>
                    </a:lnTo>
                    <a:cubicBezTo>
                      <a:pt x="123825" y="20336"/>
                      <a:pt x="121958" y="25927"/>
                      <a:pt x="118777" y="30537"/>
                    </a:cubicBezTo>
                    <a:cubicBezTo>
                      <a:pt x="132351" y="35208"/>
                      <a:pt x="141809" y="47552"/>
                      <a:pt x="142789" y="61874"/>
                    </a:cubicBezTo>
                    <a:lnTo>
                      <a:pt x="145228" y="61874"/>
                    </a:lnTo>
                    <a:cubicBezTo>
                      <a:pt x="157061" y="61822"/>
                      <a:pt x="166611" y="52190"/>
                      <a:pt x="166564" y="40357"/>
                    </a:cubicBezTo>
                    <a:lnTo>
                      <a:pt x="166507" y="26213"/>
                    </a:lnTo>
                    <a:cubicBezTo>
                      <a:pt x="166490" y="22267"/>
                      <a:pt x="169676" y="19056"/>
                      <a:pt x="173622" y="19040"/>
                    </a:cubicBezTo>
                    <a:cubicBezTo>
                      <a:pt x="177567" y="19025"/>
                      <a:pt x="180778" y="22210"/>
                      <a:pt x="180794" y="26156"/>
                    </a:cubicBezTo>
                    <a:lnTo>
                      <a:pt x="180861" y="40300"/>
                    </a:lnTo>
                    <a:cubicBezTo>
                      <a:pt x="180943" y="59295"/>
                      <a:pt x="166144" y="75031"/>
                      <a:pt x="147180" y="76114"/>
                    </a:cubicBezTo>
                    <a:lnTo>
                      <a:pt x="145142" y="76171"/>
                    </a:lnTo>
                    <a:lnTo>
                      <a:pt x="142875" y="76162"/>
                    </a:lnTo>
                    <a:lnTo>
                      <a:pt x="142875" y="90468"/>
                    </a:lnTo>
                    <a:lnTo>
                      <a:pt x="183385" y="90468"/>
                    </a:lnTo>
                    <a:cubicBezTo>
                      <a:pt x="186958" y="90469"/>
                      <a:pt x="189981" y="93110"/>
                      <a:pt x="190462" y="96650"/>
                    </a:cubicBezTo>
                    <a:lnTo>
                      <a:pt x="190529" y="97622"/>
                    </a:lnTo>
                    <a:cubicBezTo>
                      <a:pt x="190529" y="101192"/>
                      <a:pt x="187893" y="104213"/>
                      <a:pt x="184356" y="104699"/>
                    </a:cubicBezTo>
                    <a:lnTo>
                      <a:pt x="183385" y="104765"/>
                    </a:lnTo>
                    <a:lnTo>
                      <a:pt x="142875" y="104765"/>
                    </a:lnTo>
                    <a:lnTo>
                      <a:pt x="142875" y="123806"/>
                    </a:lnTo>
                    <a:lnTo>
                      <a:pt x="145142" y="123806"/>
                    </a:lnTo>
                    <a:lnTo>
                      <a:pt x="147180" y="123873"/>
                    </a:lnTo>
                    <a:cubicBezTo>
                      <a:pt x="165410" y="124918"/>
                      <a:pt x="179918" y="139543"/>
                      <a:pt x="180813" y="157782"/>
                    </a:cubicBezTo>
                    <a:lnTo>
                      <a:pt x="180861" y="159687"/>
                    </a:lnTo>
                    <a:lnTo>
                      <a:pt x="180794" y="173831"/>
                    </a:lnTo>
                    <a:cubicBezTo>
                      <a:pt x="180757" y="177777"/>
                      <a:pt x="177529" y="180945"/>
                      <a:pt x="173584" y="180908"/>
                    </a:cubicBezTo>
                    <a:cubicBezTo>
                      <a:pt x="170039" y="180875"/>
                      <a:pt x="167055" y="178248"/>
                      <a:pt x="166573" y="174736"/>
                    </a:cubicBezTo>
                    <a:lnTo>
                      <a:pt x="166507" y="173765"/>
                    </a:lnTo>
                    <a:lnTo>
                      <a:pt x="166573" y="159620"/>
                    </a:lnTo>
                    <a:cubicBezTo>
                      <a:pt x="166618" y="148354"/>
                      <a:pt x="157931" y="138976"/>
                      <a:pt x="146695" y="138160"/>
                    </a:cubicBezTo>
                    <a:lnTo>
                      <a:pt x="145228" y="138103"/>
                    </a:lnTo>
                    <a:lnTo>
                      <a:pt x="140694" y="138103"/>
                    </a:lnTo>
                    <a:cubicBezTo>
                      <a:pt x="132790" y="163201"/>
                      <a:pt x="106036" y="177139"/>
                      <a:pt x="80939" y="169235"/>
                    </a:cubicBezTo>
                    <a:cubicBezTo>
                      <a:pt x="66101" y="164562"/>
                      <a:pt x="54479" y="152940"/>
                      <a:pt x="49806" y="138103"/>
                    </a:cubicBezTo>
                    <a:lnTo>
                      <a:pt x="45148" y="138103"/>
                    </a:lnTo>
                    <a:cubicBezTo>
                      <a:pt x="33316" y="138155"/>
                      <a:pt x="23765" y="147787"/>
                      <a:pt x="23813" y="159620"/>
                    </a:cubicBezTo>
                    <a:lnTo>
                      <a:pt x="23860" y="173765"/>
                    </a:lnTo>
                    <a:cubicBezTo>
                      <a:pt x="23879" y="177710"/>
                      <a:pt x="20695" y="180924"/>
                      <a:pt x="16750" y="180942"/>
                    </a:cubicBezTo>
                    <a:cubicBezTo>
                      <a:pt x="12804" y="180960"/>
                      <a:pt x="9591" y="177777"/>
                      <a:pt x="9573" y="173831"/>
                    </a:cubicBezTo>
                    <a:lnTo>
                      <a:pt x="9525" y="159677"/>
                    </a:lnTo>
                    <a:cubicBezTo>
                      <a:pt x="9443" y="140686"/>
                      <a:pt x="24236" y="124952"/>
                      <a:pt x="43196" y="123863"/>
                    </a:cubicBezTo>
                    <a:lnTo>
                      <a:pt x="45244" y="123815"/>
                    </a:lnTo>
                    <a:lnTo>
                      <a:pt x="47625" y="123806"/>
                    </a:lnTo>
                    <a:lnTo>
                      <a:pt x="47625" y="104756"/>
                    </a:lnTo>
                    <a:lnTo>
                      <a:pt x="7144" y="104756"/>
                    </a:lnTo>
                    <a:cubicBezTo>
                      <a:pt x="3574" y="104756"/>
                      <a:pt x="552" y="102120"/>
                      <a:pt x="67" y="98584"/>
                    </a:cubicBezTo>
                    <a:lnTo>
                      <a:pt x="0" y="97622"/>
                    </a:lnTo>
                    <a:cubicBezTo>
                      <a:pt x="0" y="94052"/>
                      <a:pt x="2636" y="91030"/>
                      <a:pt x="6172" y="90545"/>
                    </a:cubicBezTo>
                    <a:lnTo>
                      <a:pt x="7144" y="90478"/>
                    </a:lnTo>
                    <a:lnTo>
                      <a:pt x="47625" y="90468"/>
                    </a:lnTo>
                    <a:lnTo>
                      <a:pt x="47625" y="76162"/>
                    </a:lnTo>
                    <a:lnTo>
                      <a:pt x="45244" y="76162"/>
                    </a:lnTo>
                    <a:lnTo>
                      <a:pt x="43196" y="76114"/>
                    </a:lnTo>
                    <a:cubicBezTo>
                      <a:pt x="24969" y="75065"/>
                      <a:pt x="10467" y="60440"/>
                      <a:pt x="9573" y="42205"/>
                    </a:cubicBezTo>
                    <a:lnTo>
                      <a:pt x="9525" y="40291"/>
                    </a:lnTo>
                    <a:lnTo>
                      <a:pt x="9582" y="26146"/>
                    </a:lnTo>
                    <a:cubicBezTo>
                      <a:pt x="9575" y="22201"/>
                      <a:pt x="12768" y="18997"/>
                      <a:pt x="16713" y="18990"/>
                    </a:cubicBezTo>
                    <a:cubicBezTo>
                      <a:pt x="20315" y="18983"/>
                      <a:pt x="23358" y="21659"/>
                      <a:pt x="23813" y="25232"/>
                    </a:cubicBezTo>
                    <a:lnTo>
                      <a:pt x="23870" y="26203"/>
                    </a:lnTo>
                    <a:lnTo>
                      <a:pt x="23813" y="40357"/>
                    </a:lnTo>
                    <a:cubicBezTo>
                      <a:pt x="23763" y="51628"/>
                      <a:pt x="32451" y="61010"/>
                      <a:pt x="43691" y="61827"/>
                    </a:cubicBezTo>
                    <a:lnTo>
                      <a:pt x="45158" y="61884"/>
                    </a:lnTo>
                    <a:lnTo>
                      <a:pt x="47711" y="61884"/>
                    </a:lnTo>
                    <a:cubicBezTo>
                      <a:pt x="48690" y="47558"/>
                      <a:pt x="58148" y="35208"/>
                      <a:pt x="71723" y="30528"/>
                    </a:cubicBezTo>
                    <a:cubicBezTo>
                      <a:pt x="68802" y="26324"/>
                      <a:pt x="67077" y="21405"/>
                      <a:pt x="66732" y="16297"/>
                    </a:cubicBezTo>
                    <a:lnTo>
                      <a:pt x="66675" y="14307"/>
                    </a:lnTo>
                    <a:lnTo>
                      <a:pt x="66675" y="7144"/>
                    </a:lnTo>
                    <a:cubicBezTo>
                      <a:pt x="66676" y="3198"/>
                      <a:pt x="69876" y="1"/>
                      <a:pt x="73821" y="2"/>
                    </a:cubicBezTo>
                    <a:cubicBezTo>
                      <a:pt x="77390" y="3"/>
                      <a:pt x="80409" y="2637"/>
                      <a:pt x="80896" y="6172"/>
                    </a:cubicBezTo>
                    <a:lnTo>
                      <a:pt x="80963" y="7144"/>
                    </a:lnTo>
                    <a:lnTo>
                      <a:pt x="80963" y="14307"/>
                    </a:lnTo>
                    <a:cubicBezTo>
                      <a:pt x="80962" y="22197"/>
                      <a:pt x="87357" y="28595"/>
                      <a:pt x="95247" y="28597"/>
                    </a:cubicBezTo>
                    <a:cubicBezTo>
                      <a:pt x="102605" y="28598"/>
                      <a:pt x="108761" y="23011"/>
                      <a:pt x="109471" y="15688"/>
                    </a:cubicBezTo>
                    <a:lnTo>
                      <a:pt x="109538" y="14307"/>
                    </a:lnTo>
                    <a:lnTo>
                      <a:pt x="109538" y="7144"/>
                    </a:lnTo>
                    <a:cubicBezTo>
                      <a:pt x="109538" y="3198"/>
                      <a:pt x="112736" y="0"/>
                      <a:pt x="116681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12700">
                <a:noFill/>
                <a:headEnd type="none" w="med" len="med"/>
                <a:tailEnd type="none" w="med" len="med"/>
              </a:ln>
              <a:effectLst/>
              <a:scene3d>
                <a:camera prst="perspectiveRight" fov="2700000">
                  <a:rot lat="0" lon="21594000" rev="0"/>
                </a:camera>
                <a:lightRig rig="flat" dir="t"/>
              </a:scene3d>
              <a:sp3d>
                <a:bevelT w="0" h="38100"/>
                <a:bevelB w="0" h="0"/>
                <a:contourClr>
                  <a:schemeClr val="bg1"/>
                </a:contourClr>
              </a:sp3d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Segoe UI" pitchFamily="34" charset="0"/>
                </a:endParaRPr>
              </a:p>
            </p:txBody>
          </p:sp>
        </p:grpSp>
        <p:sp>
          <p:nvSpPr>
            <p:cNvPr id="13" name="TextBox 40">
              <a:extLst>
                <a:ext uri="{FF2B5EF4-FFF2-40B4-BE49-F238E27FC236}">
                  <a16:creationId xmlns:a16="http://schemas.microsoft.com/office/drawing/2014/main" id="{36E2F0D6-C2BF-90A9-F955-735D1793AE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8168498" y="4522199"/>
              <a:ext cx="1393872" cy="37702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External Content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(web, grounding data)</a:t>
              </a:r>
            </a:p>
          </p:txBody>
        </p:sp>
        <p:grpSp>
          <p:nvGrpSpPr>
            <p:cNvPr id="14" name="Group 13" descr="A graphic of a bug">
              <a:extLst>
                <a:ext uri="{FF2B5EF4-FFF2-40B4-BE49-F238E27FC236}">
                  <a16:creationId xmlns:a16="http://schemas.microsoft.com/office/drawing/2014/main" id="{BD24FE25-C216-AA16-294A-27345822C7E0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GrpSpPr/>
            <p:nvPr/>
          </p:nvGrpSpPr>
          <p:grpSpPr>
            <a:xfrm>
              <a:off x="10248780" y="3797129"/>
              <a:ext cx="350528" cy="350528"/>
              <a:chOff x="2117675" y="4151895"/>
              <a:chExt cx="350528" cy="350528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33C277B8-1F74-D546-A074-4E744AD71AD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 bwMode="auto">
              <a:xfrm>
                <a:off x="2117675" y="4151895"/>
                <a:ext cx="350528" cy="350528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7" name="Graphic 39">
                <a:extLst>
                  <a:ext uri="{FF2B5EF4-FFF2-40B4-BE49-F238E27FC236}">
                    <a16:creationId xmlns:a16="http://schemas.microsoft.com/office/drawing/2014/main" id="{004F6BA0-915C-A458-F324-DFA5F56BE1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9800000">
                <a:off x="2196049" y="4235145"/>
                <a:ext cx="193780" cy="184029"/>
              </a:xfrm>
              <a:custGeom>
                <a:avLst/>
                <a:gdLst>
                  <a:gd name="connsiteX0" fmla="*/ 116681 w 190528"/>
                  <a:gd name="connsiteY0" fmla="*/ 0 h 180941"/>
                  <a:gd name="connsiteX1" fmla="*/ 123758 w 190528"/>
                  <a:gd name="connsiteY1" fmla="*/ 6172 h 180941"/>
                  <a:gd name="connsiteX2" fmla="*/ 123825 w 190528"/>
                  <a:gd name="connsiteY2" fmla="*/ 7144 h 180941"/>
                  <a:gd name="connsiteX3" fmla="*/ 123825 w 190528"/>
                  <a:gd name="connsiteY3" fmla="*/ 14307 h 180941"/>
                  <a:gd name="connsiteX4" fmla="*/ 118777 w 190528"/>
                  <a:gd name="connsiteY4" fmla="*/ 30537 h 180941"/>
                  <a:gd name="connsiteX5" fmla="*/ 142789 w 190528"/>
                  <a:gd name="connsiteY5" fmla="*/ 61874 h 180941"/>
                  <a:gd name="connsiteX6" fmla="*/ 145228 w 190528"/>
                  <a:gd name="connsiteY6" fmla="*/ 61874 h 180941"/>
                  <a:gd name="connsiteX7" fmla="*/ 166564 w 190528"/>
                  <a:gd name="connsiteY7" fmla="*/ 40357 h 180941"/>
                  <a:gd name="connsiteX8" fmla="*/ 166507 w 190528"/>
                  <a:gd name="connsiteY8" fmla="*/ 26213 h 180941"/>
                  <a:gd name="connsiteX9" fmla="*/ 173622 w 190528"/>
                  <a:gd name="connsiteY9" fmla="*/ 19040 h 180941"/>
                  <a:gd name="connsiteX10" fmla="*/ 180794 w 190528"/>
                  <a:gd name="connsiteY10" fmla="*/ 26156 h 180941"/>
                  <a:gd name="connsiteX11" fmla="*/ 180861 w 190528"/>
                  <a:gd name="connsiteY11" fmla="*/ 40300 h 180941"/>
                  <a:gd name="connsiteX12" fmla="*/ 147180 w 190528"/>
                  <a:gd name="connsiteY12" fmla="*/ 76114 h 180941"/>
                  <a:gd name="connsiteX13" fmla="*/ 145142 w 190528"/>
                  <a:gd name="connsiteY13" fmla="*/ 76171 h 180941"/>
                  <a:gd name="connsiteX14" fmla="*/ 142875 w 190528"/>
                  <a:gd name="connsiteY14" fmla="*/ 76162 h 180941"/>
                  <a:gd name="connsiteX15" fmla="*/ 142875 w 190528"/>
                  <a:gd name="connsiteY15" fmla="*/ 90468 h 180941"/>
                  <a:gd name="connsiteX16" fmla="*/ 183385 w 190528"/>
                  <a:gd name="connsiteY16" fmla="*/ 90468 h 180941"/>
                  <a:gd name="connsiteX17" fmla="*/ 190462 w 190528"/>
                  <a:gd name="connsiteY17" fmla="*/ 96650 h 180941"/>
                  <a:gd name="connsiteX18" fmla="*/ 190529 w 190528"/>
                  <a:gd name="connsiteY18" fmla="*/ 97622 h 180941"/>
                  <a:gd name="connsiteX19" fmla="*/ 184356 w 190528"/>
                  <a:gd name="connsiteY19" fmla="*/ 104699 h 180941"/>
                  <a:gd name="connsiteX20" fmla="*/ 183385 w 190528"/>
                  <a:gd name="connsiteY20" fmla="*/ 104765 h 180941"/>
                  <a:gd name="connsiteX21" fmla="*/ 142875 w 190528"/>
                  <a:gd name="connsiteY21" fmla="*/ 104765 h 180941"/>
                  <a:gd name="connsiteX22" fmla="*/ 142875 w 190528"/>
                  <a:gd name="connsiteY22" fmla="*/ 123806 h 180941"/>
                  <a:gd name="connsiteX23" fmla="*/ 145142 w 190528"/>
                  <a:gd name="connsiteY23" fmla="*/ 123806 h 180941"/>
                  <a:gd name="connsiteX24" fmla="*/ 147180 w 190528"/>
                  <a:gd name="connsiteY24" fmla="*/ 123873 h 180941"/>
                  <a:gd name="connsiteX25" fmla="*/ 180813 w 190528"/>
                  <a:gd name="connsiteY25" fmla="*/ 157782 h 180941"/>
                  <a:gd name="connsiteX26" fmla="*/ 180861 w 190528"/>
                  <a:gd name="connsiteY26" fmla="*/ 159687 h 180941"/>
                  <a:gd name="connsiteX27" fmla="*/ 180794 w 190528"/>
                  <a:gd name="connsiteY27" fmla="*/ 173831 h 180941"/>
                  <a:gd name="connsiteX28" fmla="*/ 173584 w 190528"/>
                  <a:gd name="connsiteY28" fmla="*/ 180908 h 180941"/>
                  <a:gd name="connsiteX29" fmla="*/ 166573 w 190528"/>
                  <a:gd name="connsiteY29" fmla="*/ 174736 h 180941"/>
                  <a:gd name="connsiteX30" fmla="*/ 166507 w 190528"/>
                  <a:gd name="connsiteY30" fmla="*/ 173765 h 180941"/>
                  <a:gd name="connsiteX31" fmla="*/ 166573 w 190528"/>
                  <a:gd name="connsiteY31" fmla="*/ 159620 h 180941"/>
                  <a:gd name="connsiteX32" fmla="*/ 146695 w 190528"/>
                  <a:gd name="connsiteY32" fmla="*/ 138160 h 180941"/>
                  <a:gd name="connsiteX33" fmla="*/ 145228 w 190528"/>
                  <a:gd name="connsiteY33" fmla="*/ 138103 h 180941"/>
                  <a:gd name="connsiteX34" fmla="*/ 140694 w 190528"/>
                  <a:gd name="connsiteY34" fmla="*/ 138103 h 180941"/>
                  <a:gd name="connsiteX35" fmla="*/ 80939 w 190528"/>
                  <a:gd name="connsiteY35" fmla="*/ 169235 h 180941"/>
                  <a:gd name="connsiteX36" fmla="*/ 49806 w 190528"/>
                  <a:gd name="connsiteY36" fmla="*/ 138103 h 180941"/>
                  <a:gd name="connsiteX37" fmla="*/ 45148 w 190528"/>
                  <a:gd name="connsiteY37" fmla="*/ 138103 h 180941"/>
                  <a:gd name="connsiteX38" fmla="*/ 23813 w 190528"/>
                  <a:gd name="connsiteY38" fmla="*/ 159620 h 180941"/>
                  <a:gd name="connsiteX39" fmla="*/ 23860 w 190528"/>
                  <a:gd name="connsiteY39" fmla="*/ 173765 h 180941"/>
                  <a:gd name="connsiteX40" fmla="*/ 16750 w 190528"/>
                  <a:gd name="connsiteY40" fmla="*/ 180942 h 180941"/>
                  <a:gd name="connsiteX41" fmla="*/ 9573 w 190528"/>
                  <a:gd name="connsiteY41" fmla="*/ 173831 h 180941"/>
                  <a:gd name="connsiteX42" fmla="*/ 9525 w 190528"/>
                  <a:gd name="connsiteY42" fmla="*/ 159677 h 180941"/>
                  <a:gd name="connsiteX43" fmla="*/ 43196 w 190528"/>
                  <a:gd name="connsiteY43" fmla="*/ 123863 h 180941"/>
                  <a:gd name="connsiteX44" fmla="*/ 45244 w 190528"/>
                  <a:gd name="connsiteY44" fmla="*/ 123815 h 180941"/>
                  <a:gd name="connsiteX45" fmla="*/ 47625 w 190528"/>
                  <a:gd name="connsiteY45" fmla="*/ 123806 h 180941"/>
                  <a:gd name="connsiteX46" fmla="*/ 47625 w 190528"/>
                  <a:gd name="connsiteY46" fmla="*/ 104756 h 180941"/>
                  <a:gd name="connsiteX47" fmla="*/ 7144 w 190528"/>
                  <a:gd name="connsiteY47" fmla="*/ 104756 h 180941"/>
                  <a:gd name="connsiteX48" fmla="*/ 67 w 190528"/>
                  <a:gd name="connsiteY48" fmla="*/ 98584 h 180941"/>
                  <a:gd name="connsiteX49" fmla="*/ 0 w 190528"/>
                  <a:gd name="connsiteY49" fmla="*/ 97622 h 180941"/>
                  <a:gd name="connsiteX50" fmla="*/ 6172 w 190528"/>
                  <a:gd name="connsiteY50" fmla="*/ 90545 h 180941"/>
                  <a:gd name="connsiteX51" fmla="*/ 7144 w 190528"/>
                  <a:gd name="connsiteY51" fmla="*/ 90478 h 180941"/>
                  <a:gd name="connsiteX52" fmla="*/ 47625 w 190528"/>
                  <a:gd name="connsiteY52" fmla="*/ 90468 h 180941"/>
                  <a:gd name="connsiteX53" fmla="*/ 47625 w 190528"/>
                  <a:gd name="connsiteY53" fmla="*/ 76162 h 180941"/>
                  <a:gd name="connsiteX54" fmla="*/ 45244 w 190528"/>
                  <a:gd name="connsiteY54" fmla="*/ 76162 h 180941"/>
                  <a:gd name="connsiteX55" fmla="*/ 43196 w 190528"/>
                  <a:gd name="connsiteY55" fmla="*/ 76114 h 180941"/>
                  <a:gd name="connsiteX56" fmla="*/ 9573 w 190528"/>
                  <a:gd name="connsiteY56" fmla="*/ 42205 h 180941"/>
                  <a:gd name="connsiteX57" fmla="*/ 9525 w 190528"/>
                  <a:gd name="connsiteY57" fmla="*/ 40291 h 180941"/>
                  <a:gd name="connsiteX58" fmla="*/ 9582 w 190528"/>
                  <a:gd name="connsiteY58" fmla="*/ 26146 h 180941"/>
                  <a:gd name="connsiteX59" fmla="*/ 16713 w 190528"/>
                  <a:gd name="connsiteY59" fmla="*/ 18990 h 180941"/>
                  <a:gd name="connsiteX60" fmla="*/ 23813 w 190528"/>
                  <a:gd name="connsiteY60" fmla="*/ 25232 h 180941"/>
                  <a:gd name="connsiteX61" fmla="*/ 23870 w 190528"/>
                  <a:gd name="connsiteY61" fmla="*/ 26203 h 180941"/>
                  <a:gd name="connsiteX62" fmla="*/ 23813 w 190528"/>
                  <a:gd name="connsiteY62" fmla="*/ 40357 h 180941"/>
                  <a:gd name="connsiteX63" fmla="*/ 43691 w 190528"/>
                  <a:gd name="connsiteY63" fmla="*/ 61827 h 180941"/>
                  <a:gd name="connsiteX64" fmla="*/ 45158 w 190528"/>
                  <a:gd name="connsiteY64" fmla="*/ 61884 h 180941"/>
                  <a:gd name="connsiteX65" fmla="*/ 47711 w 190528"/>
                  <a:gd name="connsiteY65" fmla="*/ 61884 h 180941"/>
                  <a:gd name="connsiteX66" fmla="*/ 71723 w 190528"/>
                  <a:gd name="connsiteY66" fmla="*/ 30528 h 180941"/>
                  <a:gd name="connsiteX67" fmla="*/ 66732 w 190528"/>
                  <a:gd name="connsiteY67" fmla="*/ 16297 h 180941"/>
                  <a:gd name="connsiteX68" fmla="*/ 66675 w 190528"/>
                  <a:gd name="connsiteY68" fmla="*/ 14307 h 180941"/>
                  <a:gd name="connsiteX69" fmla="*/ 66675 w 190528"/>
                  <a:gd name="connsiteY69" fmla="*/ 7144 h 180941"/>
                  <a:gd name="connsiteX70" fmla="*/ 73821 w 190528"/>
                  <a:gd name="connsiteY70" fmla="*/ 2 h 180941"/>
                  <a:gd name="connsiteX71" fmla="*/ 80896 w 190528"/>
                  <a:gd name="connsiteY71" fmla="*/ 6172 h 180941"/>
                  <a:gd name="connsiteX72" fmla="*/ 80963 w 190528"/>
                  <a:gd name="connsiteY72" fmla="*/ 7144 h 180941"/>
                  <a:gd name="connsiteX73" fmla="*/ 80963 w 190528"/>
                  <a:gd name="connsiteY73" fmla="*/ 14307 h 180941"/>
                  <a:gd name="connsiteX74" fmla="*/ 95247 w 190528"/>
                  <a:gd name="connsiteY74" fmla="*/ 28597 h 180941"/>
                  <a:gd name="connsiteX75" fmla="*/ 109471 w 190528"/>
                  <a:gd name="connsiteY75" fmla="*/ 15688 h 180941"/>
                  <a:gd name="connsiteX76" fmla="*/ 109538 w 190528"/>
                  <a:gd name="connsiteY76" fmla="*/ 14307 h 180941"/>
                  <a:gd name="connsiteX77" fmla="*/ 109538 w 190528"/>
                  <a:gd name="connsiteY77" fmla="*/ 7144 h 180941"/>
                  <a:gd name="connsiteX78" fmla="*/ 116681 w 190528"/>
                  <a:gd name="connsiteY78" fmla="*/ 0 h 180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190528" h="180941">
                    <a:moveTo>
                      <a:pt x="116681" y="0"/>
                    </a:moveTo>
                    <a:cubicBezTo>
                      <a:pt x="120251" y="0"/>
                      <a:pt x="123273" y="2636"/>
                      <a:pt x="123758" y="6172"/>
                    </a:cubicBezTo>
                    <a:lnTo>
                      <a:pt x="123825" y="7144"/>
                    </a:lnTo>
                    <a:lnTo>
                      <a:pt x="123825" y="14307"/>
                    </a:lnTo>
                    <a:cubicBezTo>
                      <a:pt x="123825" y="20336"/>
                      <a:pt x="121958" y="25927"/>
                      <a:pt x="118777" y="30537"/>
                    </a:cubicBezTo>
                    <a:cubicBezTo>
                      <a:pt x="132351" y="35208"/>
                      <a:pt x="141809" y="47552"/>
                      <a:pt x="142789" y="61874"/>
                    </a:cubicBezTo>
                    <a:lnTo>
                      <a:pt x="145228" y="61874"/>
                    </a:lnTo>
                    <a:cubicBezTo>
                      <a:pt x="157061" y="61822"/>
                      <a:pt x="166611" y="52190"/>
                      <a:pt x="166564" y="40357"/>
                    </a:cubicBezTo>
                    <a:lnTo>
                      <a:pt x="166507" y="26213"/>
                    </a:lnTo>
                    <a:cubicBezTo>
                      <a:pt x="166490" y="22267"/>
                      <a:pt x="169676" y="19056"/>
                      <a:pt x="173622" y="19040"/>
                    </a:cubicBezTo>
                    <a:cubicBezTo>
                      <a:pt x="177567" y="19025"/>
                      <a:pt x="180778" y="22210"/>
                      <a:pt x="180794" y="26156"/>
                    </a:cubicBezTo>
                    <a:lnTo>
                      <a:pt x="180861" y="40300"/>
                    </a:lnTo>
                    <a:cubicBezTo>
                      <a:pt x="180943" y="59295"/>
                      <a:pt x="166144" y="75031"/>
                      <a:pt x="147180" y="76114"/>
                    </a:cubicBezTo>
                    <a:lnTo>
                      <a:pt x="145142" y="76171"/>
                    </a:lnTo>
                    <a:lnTo>
                      <a:pt x="142875" y="76162"/>
                    </a:lnTo>
                    <a:lnTo>
                      <a:pt x="142875" y="90468"/>
                    </a:lnTo>
                    <a:lnTo>
                      <a:pt x="183385" y="90468"/>
                    </a:lnTo>
                    <a:cubicBezTo>
                      <a:pt x="186958" y="90469"/>
                      <a:pt x="189981" y="93110"/>
                      <a:pt x="190462" y="96650"/>
                    </a:cubicBezTo>
                    <a:lnTo>
                      <a:pt x="190529" y="97622"/>
                    </a:lnTo>
                    <a:cubicBezTo>
                      <a:pt x="190529" y="101192"/>
                      <a:pt x="187893" y="104213"/>
                      <a:pt x="184356" y="104699"/>
                    </a:cubicBezTo>
                    <a:lnTo>
                      <a:pt x="183385" y="104765"/>
                    </a:lnTo>
                    <a:lnTo>
                      <a:pt x="142875" y="104765"/>
                    </a:lnTo>
                    <a:lnTo>
                      <a:pt x="142875" y="123806"/>
                    </a:lnTo>
                    <a:lnTo>
                      <a:pt x="145142" y="123806"/>
                    </a:lnTo>
                    <a:lnTo>
                      <a:pt x="147180" y="123873"/>
                    </a:lnTo>
                    <a:cubicBezTo>
                      <a:pt x="165410" y="124918"/>
                      <a:pt x="179918" y="139543"/>
                      <a:pt x="180813" y="157782"/>
                    </a:cubicBezTo>
                    <a:lnTo>
                      <a:pt x="180861" y="159687"/>
                    </a:lnTo>
                    <a:lnTo>
                      <a:pt x="180794" y="173831"/>
                    </a:lnTo>
                    <a:cubicBezTo>
                      <a:pt x="180757" y="177777"/>
                      <a:pt x="177529" y="180945"/>
                      <a:pt x="173584" y="180908"/>
                    </a:cubicBezTo>
                    <a:cubicBezTo>
                      <a:pt x="170039" y="180875"/>
                      <a:pt x="167055" y="178248"/>
                      <a:pt x="166573" y="174736"/>
                    </a:cubicBezTo>
                    <a:lnTo>
                      <a:pt x="166507" y="173765"/>
                    </a:lnTo>
                    <a:lnTo>
                      <a:pt x="166573" y="159620"/>
                    </a:lnTo>
                    <a:cubicBezTo>
                      <a:pt x="166618" y="148354"/>
                      <a:pt x="157931" y="138976"/>
                      <a:pt x="146695" y="138160"/>
                    </a:cubicBezTo>
                    <a:lnTo>
                      <a:pt x="145228" y="138103"/>
                    </a:lnTo>
                    <a:lnTo>
                      <a:pt x="140694" y="138103"/>
                    </a:lnTo>
                    <a:cubicBezTo>
                      <a:pt x="132790" y="163201"/>
                      <a:pt x="106036" y="177139"/>
                      <a:pt x="80939" y="169235"/>
                    </a:cubicBezTo>
                    <a:cubicBezTo>
                      <a:pt x="66101" y="164562"/>
                      <a:pt x="54479" y="152940"/>
                      <a:pt x="49806" y="138103"/>
                    </a:cubicBezTo>
                    <a:lnTo>
                      <a:pt x="45148" y="138103"/>
                    </a:lnTo>
                    <a:cubicBezTo>
                      <a:pt x="33316" y="138155"/>
                      <a:pt x="23765" y="147787"/>
                      <a:pt x="23813" y="159620"/>
                    </a:cubicBezTo>
                    <a:lnTo>
                      <a:pt x="23860" y="173765"/>
                    </a:lnTo>
                    <a:cubicBezTo>
                      <a:pt x="23879" y="177710"/>
                      <a:pt x="20695" y="180924"/>
                      <a:pt x="16750" y="180942"/>
                    </a:cubicBezTo>
                    <a:cubicBezTo>
                      <a:pt x="12804" y="180960"/>
                      <a:pt x="9591" y="177777"/>
                      <a:pt x="9573" y="173831"/>
                    </a:cubicBezTo>
                    <a:lnTo>
                      <a:pt x="9525" y="159677"/>
                    </a:lnTo>
                    <a:cubicBezTo>
                      <a:pt x="9443" y="140686"/>
                      <a:pt x="24236" y="124952"/>
                      <a:pt x="43196" y="123863"/>
                    </a:cubicBezTo>
                    <a:lnTo>
                      <a:pt x="45244" y="123815"/>
                    </a:lnTo>
                    <a:lnTo>
                      <a:pt x="47625" y="123806"/>
                    </a:lnTo>
                    <a:lnTo>
                      <a:pt x="47625" y="104756"/>
                    </a:lnTo>
                    <a:lnTo>
                      <a:pt x="7144" y="104756"/>
                    </a:lnTo>
                    <a:cubicBezTo>
                      <a:pt x="3574" y="104756"/>
                      <a:pt x="552" y="102120"/>
                      <a:pt x="67" y="98584"/>
                    </a:cubicBezTo>
                    <a:lnTo>
                      <a:pt x="0" y="97622"/>
                    </a:lnTo>
                    <a:cubicBezTo>
                      <a:pt x="0" y="94052"/>
                      <a:pt x="2636" y="91030"/>
                      <a:pt x="6172" y="90545"/>
                    </a:cubicBezTo>
                    <a:lnTo>
                      <a:pt x="7144" y="90478"/>
                    </a:lnTo>
                    <a:lnTo>
                      <a:pt x="47625" y="90468"/>
                    </a:lnTo>
                    <a:lnTo>
                      <a:pt x="47625" y="76162"/>
                    </a:lnTo>
                    <a:lnTo>
                      <a:pt x="45244" y="76162"/>
                    </a:lnTo>
                    <a:lnTo>
                      <a:pt x="43196" y="76114"/>
                    </a:lnTo>
                    <a:cubicBezTo>
                      <a:pt x="24969" y="75065"/>
                      <a:pt x="10467" y="60440"/>
                      <a:pt x="9573" y="42205"/>
                    </a:cubicBezTo>
                    <a:lnTo>
                      <a:pt x="9525" y="40291"/>
                    </a:lnTo>
                    <a:lnTo>
                      <a:pt x="9582" y="26146"/>
                    </a:lnTo>
                    <a:cubicBezTo>
                      <a:pt x="9575" y="22201"/>
                      <a:pt x="12768" y="18997"/>
                      <a:pt x="16713" y="18990"/>
                    </a:cubicBezTo>
                    <a:cubicBezTo>
                      <a:pt x="20315" y="18983"/>
                      <a:pt x="23358" y="21659"/>
                      <a:pt x="23813" y="25232"/>
                    </a:cubicBezTo>
                    <a:lnTo>
                      <a:pt x="23870" y="26203"/>
                    </a:lnTo>
                    <a:lnTo>
                      <a:pt x="23813" y="40357"/>
                    </a:lnTo>
                    <a:cubicBezTo>
                      <a:pt x="23763" y="51628"/>
                      <a:pt x="32451" y="61010"/>
                      <a:pt x="43691" y="61827"/>
                    </a:cubicBezTo>
                    <a:lnTo>
                      <a:pt x="45158" y="61884"/>
                    </a:lnTo>
                    <a:lnTo>
                      <a:pt x="47711" y="61884"/>
                    </a:lnTo>
                    <a:cubicBezTo>
                      <a:pt x="48690" y="47558"/>
                      <a:pt x="58148" y="35208"/>
                      <a:pt x="71723" y="30528"/>
                    </a:cubicBezTo>
                    <a:cubicBezTo>
                      <a:pt x="68802" y="26324"/>
                      <a:pt x="67077" y="21405"/>
                      <a:pt x="66732" y="16297"/>
                    </a:cubicBezTo>
                    <a:lnTo>
                      <a:pt x="66675" y="14307"/>
                    </a:lnTo>
                    <a:lnTo>
                      <a:pt x="66675" y="7144"/>
                    </a:lnTo>
                    <a:cubicBezTo>
                      <a:pt x="66676" y="3198"/>
                      <a:pt x="69876" y="1"/>
                      <a:pt x="73821" y="2"/>
                    </a:cubicBezTo>
                    <a:cubicBezTo>
                      <a:pt x="77390" y="3"/>
                      <a:pt x="80409" y="2637"/>
                      <a:pt x="80896" y="6172"/>
                    </a:cubicBezTo>
                    <a:lnTo>
                      <a:pt x="80963" y="7144"/>
                    </a:lnTo>
                    <a:lnTo>
                      <a:pt x="80963" y="14307"/>
                    </a:lnTo>
                    <a:cubicBezTo>
                      <a:pt x="80962" y="22197"/>
                      <a:pt x="87357" y="28595"/>
                      <a:pt x="95247" y="28597"/>
                    </a:cubicBezTo>
                    <a:cubicBezTo>
                      <a:pt x="102605" y="28598"/>
                      <a:pt x="108761" y="23011"/>
                      <a:pt x="109471" y="15688"/>
                    </a:cubicBezTo>
                    <a:lnTo>
                      <a:pt x="109538" y="14307"/>
                    </a:lnTo>
                    <a:lnTo>
                      <a:pt x="109538" y="7144"/>
                    </a:lnTo>
                    <a:cubicBezTo>
                      <a:pt x="109538" y="3198"/>
                      <a:pt x="112736" y="0"/>
                      <a:pt x="116681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12700">
                <a:noFill/>
                <a:headEnd type="none" w="med" len="med"/>
                <a:tailEnd type="none" w="med" len="med"/>
              </a:ln>
              <a:effectLst/>
              <a:scene3d>
                <a:camera prst="perspectiveRight" fov="2700000">
                  <a:rot lat="0" lon="21594000" rev="0"/>
                </a:camera>
                <a:lightRig rig="flat" dir="t"/>
              </a:scene3d>
              <a:sp3d>
                <a:bevelT w="0" h="38100"/>
                <a:bevelB w="0" h="0"/>
                <a:contourClr>
                  <a:schemeClr val="bg1"/>
                </a:contourClr>
              </a:sp3d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Segoe UI" pitchFamily="34" charset="0"/>
                </a:endParaRPr>
              </a:p>
            </p:txBody>
          </p:sp>
        </p:grpSp>
        <p:sp>
          <p:nvSpPr>
            <p:cNvPr id="15" name="TextBox 42">
              <a:extLst>
                <a:ext uri="{FF2B5EF4-FFF2-40B4-BE49-F238E27FC236}">
                  <a16:creationId xmlns:a16="http://schemas.microsoft.com/office/drawing/2014/main" id="{8216558C-06A1-1D3E-48CE-2888D77CA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885765" y="4522199"/>
              <a:ext cx="107655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Extensions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168766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3269E9-8142-0BA7-1019-ED7990E473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GitHub </a:t>
            </a:r>
            <a:r>
              <a:rPr lang="de-DE" dirty="0" err="1"/>
              <a:t>codespace</a:t>
            </a:r>
            <a:r>
              <a:rPr lang="de-DE" dirty="0"/>
              <a:t> </a:t>
            </a:r>
            <a:r>
              <a:rPr lang="de-DE" dirty="0" err="1"/>
              <a:t>refresh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Nutzung privater Browser-Tabs (</a:t>
            </a:r>
            <a:r>
              <a:rPr lang="de-DE" dirty="0" err="1"/>
              <a:t>cookie</a:t>
            </a:r>
            <a:r>
              <a:rPr lang="de-DE" dirty="0"/>
              <a:t> </a:t>
            </a:r>
            <a:r>
              <a:rPr lang="de-DE" dirty="0" err="1"/>
              <a:t>extension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private </a:t>
            </a:r>
            <a:r>
              <a:rPr lang="de-DE" dirty="0" err="1"/>
              <a:t>window</a:t>
            </a:r>
            <a:r>
              <a:rPr lang="de-DE" dirty="0"/>
              <a:t> freigeben nicht vergessen!)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GitHub Repository </a:t>
            </a:r>
            <a:r>
              <a:rPr lang="de-DE" dirty="0" err="1"/>
              <a:t>guide</a:t>
            </a:r>
            <a:r>
              <a:rPr lang="de-DE" dirty="0"/>
              <a:t> und dort die Tipps, </a:t>
            </a:r>
            <a:r>
              <a:rPr lang="de-DE" dirty="0" err="1"/>
              <a:t>Warnings</a:t>
            </a:r>
            <a:r>
              <a:rPr lang="de-DE" dirty="0"/>
              <a:t>, und wichtige Hinweise prüfen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MCP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status</a:t>
            </a:r>
            <a:r>
              <a:rPr lang="de-DE" dirty="0"/>
              <a:t> prüfen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GitHub Copilot </a:t>
            </a:r>
            <a:r>
              <a:rPr lang="de-DE" dirty="0" err="1"/>
              <a:t>chat</a:t>
            </a:r>
            <a:r>
              <a:rPr lang="de-DE" dirty="0"/>
              <a:t> tool-Wahl überprüfen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34EDC-FA4D-A6AA-DD7C-A122E59802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/>
              <a:t>Hinweise zum Troubleshooting</a:t>
            </a:r>
            <a:endParaRPr lang="en-DE" cap="none" dirty="0"/>
          </a:p>
        </p:txBody>
      </p:sp>
    </p:spTree>
    <p:extLst>
      <p:ext uri="{BB962C8B-B14F-4D97-AF65-F5344CB8AC3E}">
        <p14:creationId xmlns:p14="http://schemas.microsoft.com/office/powerpoint/2010/main" val="709040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AEA69-F1B6-BB42-F0B7-B8A7069EB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cap="none" dirty="0"/>
              <a:t>Having </a:t>
            </a:r>
            <a:r>
              <a:rPr lang="de-DE" cap="none" dirty="0" err="1"/>
              <a:t>fun</a:t>
            </a:r>
            <a:r>
              <a:rPr lang="de-DE" cap="none" dirty="0"/>
              <a:t> </a:t>
            </a:r>
            <a:r>
              <a:rPr lang="de-DE" cap="none" dirty="0" err="1"/>
              <a:t>hacking</a:t>
            </a:r>
            <a:endParaRPr lang="en-DE" cap="none" dirty="0"/>
          </a:p>
        </p:txBody>
      </p:sp>
      <p:pic>
        <p:nvPicPr>
          <p:cNvPr id="5" name="Picture 4" descr="Screens screenshot of a computer screen&#10;&#10;Description automatically generated">
            <a:extLst>
              <a:ext uri="{FF2B5EF4-FFF2-40B4-BE49-F238E27FC236}">
                <a16:creationId xmlns:a16="http://schemas.microsoft.com/office/drawing/2014/main" id="{878FDCBD-18E2-3425-2B92-1B91A3584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5" y="1428423"/>
            <a:ext cx="6848146" cy="4665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6616FCF4-03D8-357E-9A93-3C633792F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5586" y="2806541"/>
            <a:ext cx="4404014" cy="2119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689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0E697-6D4E-6EA4-B0AF-19C93072FA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8961" y="1878151"/>
            <a:ext cx="10795414" cy="3628128"/>
          </a:xfrm>
        </p:spPr>
        <p:txBody>
          <a:bodyPr/>
          <a:lstStyle/>
          <a:p>
            <a:r>
              <a:rPr lang="en-US" sz="4800" dirty="0">
                <a:hlinkClick r:id="rId2"/>
              </a:rPr>
              <a:t>https://aka.ms/techxchange-msft</a:t>
            </a:r>
            <a:endParaRPr lang="en-US" sz="4800" dirty="0"/>
          </a:p>
          <a:p>
            <a:r>
              <a:rPr lang="en-US" sz="4800" dirty="0">
                <a:hlinkClick r:id="rId3"/>
              </a:rPr>
              <a:t>https://aka.ms/sneaky-goggles</a:t>
            </a:r>
            <a:r>
              <a:rPr lang="en-US" sz="4800" dirty="0"/>
              <a:t> </a:t>
            </a:r>
            <a:endParaRPr lang="en-DE" sz="48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7C8FC-E535-1114-7836-5641C7F7221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Ready, Set, GO!</a:t>
            </a:r>
            <a:endParaRPr lang="en-DE" dirty="0"/>
          </a:p>
        </p:txBody>
      </p:sp>
      <p:pic>
        <p:nvPicPr>
          <p:cNvPr id="2050" name="Picture 2" descr="Github Logo - Free social media icons">
            <a:extLst>
              <a:ext uri="{FF2B5EF4-FFF2-40B4-BE49-F238E27FC236}">
                <a16:creationId xmlns:a16="http://schemas.microsoft.com/office/drawing/2014/main" id="{9B43B401-16DC-F686-8AD2-4338E2C13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628" y="2016952"/>
            <a:ext cx="569843" cy="569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ED5F5-EC46-5EFF-4CAC-1B7B010B7144}"/>
              </a:ext>
            </a:extLst>
          </p:cNvPr>
          <p:cNvSpPr txBox="1"/>
          <p:nvPr/>
        </p:nvSpPr>
        <p:spPr>
          <a:xfrm>
            <a:off x="330166" y="3272803"/>
            <a:ext cx="85476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👀</a:t>
            </a:r>
            <a:endParaRPr lang="en-DE" sz="4000" dirty="0"/>
          </a:p>
        </p:txBody>
      </p:sp>
    </p:spTree>
    <p:extLst>
      <p:ext uri="{BB962C8B-B14F-4D97-AF65-F5344CB8AC3E}">
        <p14:creationId xmlns:p14="http://schemas.microsoft.com/office/powerpoint/2010/main" val="228197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3178F-79F2-B494-8446-07BC7A3B44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 err="1"/>
              <a:t>Where</a:t>
            </a:r>
            <a:r>
              <a:rPr lang="de-DE" cap="none" dirty="0"/>
              <a:t> </a:t>
            </a:r>
            <a:r>
              <a:rPr lang="de-DE" cap="none" dirty="0" err="1"/>
              <a:t>to</a:t>
            </a:r>
            <a:r>
              <a:rPr lang="de-DE" cap="none" dirty="0"/>
              <a:t> </a:t>
            </a:r>
            <a:r>
              <a:rPr lang="de-DE" cap="none" dirty="0" err="1"/>
              <a:t>go</a:t>
            </a:r>
            <a:r>
              <a:rPr lang="de-DE" cap="none" dirty="0"/>
              <a:t> </a:t>
            </a:r>
            <a:r>
              <a:rPr lang="de-DE" cap="none" dirty="0" err="1"/>
              <a:t>from</a:t>
            </a:r>
            <a:r>
              <a:rPr lang="de-DE" cap="none" dirty="0"/>
              <a:t> </a:t>
            </a:r>
            <a:r>
              <a:rPr lang="de-DE" cap="none" dirty="0" err="1"/>
              <a:t>here</a:t>
            </a:r>
            <a:r>
              <a:rPr lang="de-DE" cap="none" dirty="0"/>
              <a:t> in </a:t>
            </a:r>
            <a:r>
              <a:rPr lang="de-DE" cap="none" dirty="0" err="1"/>
              <a:t>terms</a:t>
            </a:r>
            <a:r>
              <a:rPr lang="de-DE" cap="none" dirty="0"/>
              <a:t> </a:t>
            </a:r>
            <a:r>
              <a:rPr lang="de-DE" cap="none" dirty="0" err="1"/>
              <a:t>of</a:t>
            </a:r>
            <a:r>
              <a:rPr lang="de-DE" cap="none" dirty="0"/>
              <a:t> BTP </a:t>
            </a:r>
            <a:r>
              <a:rPr lang="de-DE" cap="none" dirty="0" err="1"/>
              <a:t>security</a:t>
            </a:r>
            <a:r>
              <a:rPr lang="de-DE" cap="none" dirty="0"/>
              <a:t>?</a:t>
            </a:r>
            <a:endParaRPr lang="en-DE" cap="none" dirty="0"/>
          </a:p>
        </p:txBody>
      </p:sp>
      <p:pic>
        <p:nvPicPr>
          <p:cNvPr id="6" name="Picture 5" descr="Influence Sentinel for SAP Product Direction&#10;&#10;AI-generated content may be incorrect.">
            <a:extLst>
              <a:ext uri="{FF2B5EF4-FFF2-40B4-BE49-F238E27FC236}">
                <a16:creationId xmlns:a16="http://schemas.microsoft.com/office/drawing/2014/main" id="{70B05105-8B9B-6281-D395-7F3DD5752E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0177" y="1147617"/>
            <a:ext cx="5393459" cy="5393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491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5BD36-6EB6-5A79-8780-1AED4716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11B70-0EB5-EFD6-AB9F-7EAAFD966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5939" y="152400"/>
            <a:ext cx="11278898" cy="685800"/>
          </a:xfrm>
        </p:spPr>
        <p:txBody>
          <a:bodyPr/>
          <a:lstStyle/>
          <a:p>
            <a:r>
              <a:rPr lang="de-DE" cap="none" dirty="0">
                <a:solidFill>
                  <a:schemeClr val="bg1"/>
                </a:solidFill>
              </a:rPr>
              <a:t>Roadmap-Wünsche, Feedback und Projekt-Ideen gerne im Gespräch direkt an uns.</a:t>
            </a:r>
            <a:endParaRPr lang="en-DE" cap="none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F89485-AF5C-5B8A-6751-9064AA093542}"/>
              </a:ext>
            </a:extLst>
          </p:cNvPr>
          <p:cNvSpPr txBox="1"/>
          <p:nvPr/>
        </p:nvSpPr>
        <p:spPr>
          <a:xfrm>
            <a:off x="4068618" y="2955637"/>
            <a:ext cx="40547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hlinkClick r:id="rId2"/>
              </a:rPr>
              <a:t>📬martin.pankraz@microsoft.com</a:t>
            </a:r>
            <a:endParaRPr lang="de-DE" dirty="0"/>
          </a:p>
          <a:p>
            <a:pPr algn="l"/>
            <a:r>
              <a:rPr lang="de-DE" dirty="0">
                <a:hlinkClick r:id="rId3"/>
              </a:rPr>
              <a:t>📬h.stumm@log2.de</a:t>
            </a:r>
            <a:endParaRPr lang="de-DE" dirty="0"/>
          </a:p>
          <a:p>
            <a:pPr algn="l"/>
            <a:r>
              <a:rPr lang="de-DE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📬</a:t>
            </a:r>
            <a:r>
              <a:rPr lang="de-DE" dirty="0"/>
              <a:t> </a:t>
            </a:r>
            <a:r>
              <a:rPr lang="de-DE" dirty="0">
                <a:hlinkClick r:id="rId5"/>
              </a:rPr>
              <a:t>jonathan.stross@pathlock.com</a:t>
            </a:r>
            <a:r>
              <a:rPr lang="de-DE" dirty="0"/>
              <a:t>          </a:t>
            </a:r>
            <a:endParaRPr lang="en-DE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6B4004E-3865-5F1D-628C-FAA859ADD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768" y="1863823"/>
            <a:ext cx="3137401" cy="37235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942701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6CF82-58CE-04FC-B810-03839F2002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5939" y="152400"/>
            <a:ext cx="11278898" cy="685800"/>
          </a:xfrm>
        </p:spPr>
        <p:txBody>
          <a:bodyPr/>
          <a:lstStyle/>
          <a:p>
            <a:r>
              <a:rPr lang="de-DE" cap="none" dirty="0">
                <a:solidFill>
                  <a:schemeClr val="bg1"/>
                </a:solidFill>
              </a:rPr>
              <a:t>Roadmap-Wünsche, Feedback und Projekt-Ideen gerne im Gespräch direkt an uns. Link bleibt 30 Tage offen.</a:t>
            </a:r>
            <a:endParaRPr lang="en-DE" cap="none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24854-82E8-5FA6-70F4-B05E56483A67}"/>
              </a:ext>
            </a:extLst>
          </p:cNvPr>
          <p:cNvSpPr txBox="1"/>
          <p:nvPr/>
        </p:nvSpPr>
        <p:spPr>
          <a:xfrm>
            <a:off x="4068618" y="2955637"/>
            <a:ext cx="40547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hlinkClick r:id="rId2"/>
              </a:rPr>
              <a:t>📬martin.pankraz@microsoft.com</a:t>
            </a:r>
            <a:endParaRPr lang="de-DE" dirty="0"/>
          </a:p>
          <a:p>
            <a:pPr algn="l"/>
            <a:r>
              <a:rPr lang="de-DE" dirty="0">
                <a:hlinkClick r:id="rId3"/>
              </a:rPr>
              <a:t>📬holger.bruchelt@microsoft.com</a:t>
            </a:r>
            <a:endParaRPr lang="de-DE" dirty="0"/>
          </a:p>
          <a:p>
            <a:pPr algn="l"/>
            <a:r>
              <a:rPr lang="de-DE" dirty="0">
                <a:hlinkClick r:id="rId4"/>
              </a:rPr>
              <a:t>📬martin.raepple@microsoft.com</a:t>
            </a:r>
            <a:endParaRPr lang="de-DE" dirty="0"/>
          </a:p>
          <a:p>
            <a:pPr algn="l"/>
            <a:endParaRPr lang="de-DE" dirty="0"/>
          </a:p>
          <a:p>
            <a:pPr algn="l"/>
            <a:endParaRPr lang="de-DE" dirty="0"/>
          </a:p>
          <a:p>
            <a:pPr algn="l"/>
            <a:r>
              <a:rPr lang="de-DE" dirty="0"/>
              <a:t>      </a:t>
            </a:r>
            <a:r>
              <a:rPr lang="de-DE" sz="1200" dirty="0">
                <a:hlinkClick r:id="rId5"/>
              </a:rPr>
              <a:t>https://www.linkedin.com/in/martin-pankraz/</a:t>
            </a:r>
            <a:endParaRPr lang="de-DE" sz="1200" dirty="0"/>
          </a:p>
          <a:p>
            <a:pPr algn="l"/>
            <a:r>
              <a:rPr lang="de-DE" sz="1200" dirty="0"/>
              <a:t>        </a:t>
            </a:r>
            <a:r>
              <a:rPr lang="de-DE" sz="1200" dirty="0">
                <a:hlinkClick r:id="rId6"/>
              </a:rPr>
              <a:t>https://www.linkedin.com/in/holger-bruchelt/</a:t>
            </a:r>
            <a:r>
              <a:rPr lang="de-DE" sz="1200" dirty="0"/>
              <a:t> </a:t>
            </a:r>
            <a:endParaRPr lang="en-D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D5C6A7-1F45-DDDF-845D-83DBC134E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7909" y="4338838"/>
            <a:ext cx="257436" cy="257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2322587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SAG-Technologietage 2024">
  <a:themeElements>
    <a:clrScheme name="Benutzerdefiniert 10">
      <a:dk1>
        <a:srgbClr val="4C4C4C"/>
      </a:dk1>
      <a:lt1>
        <a:srgbClr val="FFFFFF"/>
      </a:lt1>
      <a:dk2>
        <a:srgbClr val="FFFFFF"/>
      </a:dk2>
      <a:lt2>
        <a:srgbClr val="B2B2B2"/>
      </a:lt2>
      <a:accent1>
        <a:srgbClr val="00475B"/>
      </a:accent1>
      <a:accent2>
        <a:srgbClr val="EB5C3F"/>
      </a:accent2>
      <a:accent3>
        <a:srgbClr val="00B3C4"/>
      </a:accent3>
      <a:accent4>
        <a:srgbClr val="121B46"/>
      </a:accent4>
      <a:accent5>
        <a:srgbClr val="2BAC66"/>
      </a:accent5>
      <a:accent6>
        <a:srgbClr val="01324C"/>
      </a:accent6>
      <a:hlink>
        <a:srgbClr val="6679D8"/>
      </a:hlink>
      <a:folHlink>
        <a:srgbClr val="00B3C4"/>
      </a:folHlink>
    </a:clrScheme>
    <a:fontScheme name="DSAG-Jahreskongress 2009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9FC9E9"/>
        </a:solidFill>
        <a:ln w="9525">
          <a:solidFill>
            <a:schemeClr val="accent1"/>
          </a:solidFill>
        </a:ln>
      </a:spPr>
      <a:bodyPr rtlCol="0" anchor="ctr"/>
      <a:lstStyle>
        <a:defPPr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DSAG-Jahreskongress 2009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SAG-Jahreskongress 2009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DD7921"/>
        </a:accent1>
        <a:accent2>
          <a:srgbClr val="5D1915"/>
        </a:accent2>
        <a:accent3>
          <a:srgbClr val="FFFFFF"/>
        </a:accent3>
        <a:accent4>
          <a:srgbClr val="000000"/>
        </a:accent4>
        <a:accent5>
          <a:srgbClr val="EBBEAB"/>
        </a:accent5>
        <a:accent6>
          <a:srgbClr val="531612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66900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AB9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0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37022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8BBAB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27300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7BC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EA690C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3B9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73AE21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BCD3AB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4">
        <a:dk1>
          <a:srgbClr val="111111"/>
        </a:dk1>
        <a:lt1>
          <a:srgbClr val="FFFFFF"/>
        </a:lt1>
        <a:dk2>
          <a:srgbClr val="FFFFFF"/>
        </a:dk2>
        <a:lt2>
          <a:srgbClr val="B2B2B2"/>
        </a:lt2>
        <a:accent1>
          <a:srgbClr val="73AE21"/>
        </a:accent1>
        <a:accent2>
          <a:srgbClr val="266111"/>
        </a:accent2>
        <a:accent3>
          <a:srgbClr val="FFFFFF"/>
        </a:accent3>
        <a:accent4>
          <a:srgbClr val="0D0D0D"/>
        </a:accent4>
        <a:accent5>
          <a:srgbClr val="BCD3AB"/>
        </a:accent5>
        <a:accent6>
          <a:srgbClr val="21570E"/>
        </a:accent6>
        <a:hlink>
          <a:srgbClr val="225196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5">
        <a:dk1>
          <a:srgbClr val="111111"/>
        </a:dk1>
        <a:lt1>
          <a:srgbClr val="FFFFFF"/>
        </a:lt1>
        <a:dk2>
          <a:srgbClr val="FFFFFF"/>
        </a:dk2>
        <a:lt2>
          <a:srgbClr val="B2B2B2"/>
        </a:lt2>
        <a:accent1>
          <a:srgbClr val="7A5E87"/>
        </a:accent1>
        <a:accent2>
          <a:srgbClr val="266111"/>
        </a:accent2>
        <a:accent3>
          <a:srgbClr val="FFFFFF"/>
        </a:accent3>
        <a:accent4>
          <a:srgbClr val="0D0D0D"/>
        </a:accent4>
        <a:accent5>
          <a:srgbClr val="BEB6C3"/>
        </a:accent5>
        <a:accent6>
          <a:srgbClr val="21570E"/>
        </a:accent6>
        <a:hlink>
          <a:srgbClr val="225196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DSAG-JK-2018 Template_final.potx" id="{9F54080D-7973-41C8-8A07-123A2FDAD6C4}" vid="{EBFDDD2A-1193-4788-B583-CD36A00DE478}"/>
    </a:ext>
  </a:extLst>
</a:theme>
</file>

<file path=ppt/theme/theme2.xml><?xml version="1.0" encoding="utf-8"?>
<a:theme xmlns:a="http://schemas.openxmlformats.org/drawingml/2006/main" name="Microsoft AI Tour 16:9 Template Dark">
  <a:themeElements>
    <a:clrScheme name="Custom 140">
      <a:dk1>
        <a:srgbClr val="091F2C"/>
      </a:dk1>
      <a:lt1>
        <a:srgbClr val="FFFFFF"/>
      </a:lt1>
      <a:dk2>
        <a:srgbClr val="2A446F"/>
      </a:dk2>
      <a:lt2>
        <a:srgbClr val="E8E6DF"/>
      </a:lt2>
      <a:accent1>
        <a:srgbClr val="8DC8E8"/>
      </a:accent1>
      <a:accent2>
        <a:srgbClr val="0078D4"/>
      </a:accent2>
      <a:accent3>
        <a:srgbClr val="C03BC4"/>
      </a:accent3>
      <a:accent4>
        <a:srgbClr val="D7D2CB"/>
      </a:accent4>
      <a:accent5>
        <a:srgbClr val="49C5B1"/>
      </a:accent5>
      <a:accent6>
        <a:srgbClr val="D2D2D2"/>
      </a:accent6>
      <a:hlink>
        <a:srgbClr val="D59ED7"/>
      </a:hlink>
      <a:folHlink>
        <a:srgbClr val="D59ED7"/>
      </a:folHlink>
    </a:clrScheme>
    <a:fontScheme name="Microsoft 2019 Brand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SFT-AI-Tour_2023_16-9_Event-template.potx" id="{99690924-F63D-412C-9B18-8FAFEB2F9CED}" vid="{F4B53208-42C3-4573-8839-1FBB799CCD3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71401E68100AF4E92CE105866F279B9" ma:contentTypeVersion="17" ma:contentTypeDescription="Ein neues Dokument erstellen." ma:contentTypeScope="" ma:versionID="f11889610d1daed83db45aa70d0d8d97">
  <xsd:schema xmlns:xsd="http://www.w3.org/2001/XMLSchema" xmlns:xs="http://www.w3.org/2001/XMLSchema" xmlns:p="http://schemas.microsoft.com/office/2006/metadata/properties" xmlns:ns2="5ee26d32-4b9a-4442-a06d-1b3b9fef35d2" xmlns:ns3="94085d37-dc5b-4c58-a313-508c2321ad0a" targetNamespace="http://schemas.microsoft.com/office/2006/metadata/properties" ma:root="true" ma:fieldsID="4da0b80672b6042a622693bb24c0d3e5" ns2:_="" ns3:_="">
    <xsd:import namespace="5ee26d32-4b9a-4442-a06d-1b3b9fef35d2"/>
    <xsd:import namespace="94085d37-dc5b-4c58-a313-508c2321ad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e26d32-4b9a-4442-a06d-1b3b9fef35d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Length (seconds)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b53bab62-43ea-43ac-8274-592983e83c5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085d37-dc5b-4c58-a313-508c2321ad0a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d4f28ee-678e-4063-b5c2-75c5bcbd93c6}" ma:internalName="TaxCatchAll" ma:showField="CatchAllData" ma:web="94085d37-dc5b-4c58-a313-508c2321ad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3BCE5A0-CA56-4FFF-B7CE-43702DD29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e26d32-4b9a-4442-a06d-1b3b9fef35d2"/>
    <ds:schemaRef ds:uri="94085d37-dc5b-4c58-a313-508c2321ad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CDB246-45C3-4259-B61B-34E9ED2A84C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Words>290</Words>
  <Application>Microsoft Office PowerPoint</Application>
  <PresentationFormat>Widescreen</PresentationFormat>
  <Paragraphs>48</Paragraphs>
  <Slides>15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7" baseType="lpstr">
      <vt:lpstr>Arial</vt:lpstr>
      <vt:lpstr>Arial Black</vt:lpstr>
      <vt:lpstr>Calibri</vt:lpstr>
      <vt:lpstr>Consolas</vt:lpstr>
      <vt:lpstr>Segoe Sans Display Semibold</vt:lpstr>
      <vt:lpstr>Segoe UI</vt:lpstr>
      <vt:lpstr>Segoe UI Semibold</vt:lpstr>
      <vt:lpstr>Symbol</vt:lpstr>
      <vt:lpstr>Wingdings</vt:lpstr>
      <vt:lpstr>DSAG-Technologietage 2024</vt:lpstr>
      <vt:lpstr>Microsoft AI Tour 16:9 Template Dark</vt:lpstr>
      <vt:lpstr>think-cell Slide</vt:lpstr>
      <vt:lpstr>TechXChange 2026 – Microsoft Track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Christina Jäger</dc:creator>
  <cp:lastModifiedBy>Martin Pankraz (SAP Integration and Security)</cp:lastModifiedBy>
  <cp:revision>269</cp:revision>
  <dcterms:created xsi:type="dcterms:W3CDTF">2018-07-31T15:04:08Z</dcterms:created>
  <dcterms:modified xsi:type="dcterms:W3CDTF">2026-03-19T07:05:53Z</dcterms:modified>
</cp:coreProperties>
</file>